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4"/>
  </p:sldMasterIdLst>
  <p:sldIdLst>
    <p:sldId id="256" r:id="rId5"/>
    <p:sldId id="257" r:id="rId6"/>
    <p:sldId id="261" r:id="rId7"/>
    <p:sldId id="262" r:id="rId8"/>
    <p:sldId id="258" r:id="rId9"/>
    <p:sldId id="259" r:id="rId10"/>
    <p:sldId id="260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5677C1-1390-479A-430D-277B2398F885}" v="62" dt="2026-02-06T03:49:08.765"/>
    <p1510:client id="{A73D965F-5A40-7112-702B-CA0875BA12AE}" v="88" dt="2026-02-06T15:09:33.274"/>
    <p1510:client id="{B42F15E6-87A9-6252-4845-FF81BFDC2D6A}" v="387" dt="2026-02-06T15:24:32.125"/>
    <p1510:client id="{CB176877-AE44-4C38-BAD7-E55C6B371CF0}" v="521" dt="2026-02-06T15:16:18.4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hma Chowdary" userId="S::sushma@blumotiv.com::cba14270-cdee-46d9-bdcb-9f11167cbfbd" providerId="AD" clId="Web-{A73D965F-5A40-7112-702B-CA0875BA12AE}"/>
    <pc:docChg chg="modSld">
      <pc:chgData name="Sushma Chowdary" userId="S::sushma@blumotiv.com::cba14270-cdee-46d9-bdcb-9f11167cbfbd" providerId="AD" clId="Web-{A73D965F-5A40-7112-702B-CA0875BA12AE}" dt="2026-02-06T15:09:30.117" v="87" actId="20577"/>
      <pc:docMkLst>
        <pc:docMk/>
      </pc:docMkLst>
      <pc:sldChg chg="modSp">
        <pc:chgData name="Sushma Chowdary" userId="S::sushma@blumotiv.com::cba14270-cdee-46d9-bdcb-9f11167cbfbd" providerId="AD" clId="Web-{A73D965F-5A40-7112-702B-CA0875BA12AE}" dt="2026-02-06T15:04:31.834" v="33"/>
        <pc:sldMkLst>
          <pc:docMk/>
          <pc:sldMk cId="3803760811" sldId="259"/>
        </pc:sldMkLst>
        <pc:graphicFrameChg chg="mod modGraphic">
          <ac:chgData name="Sushma Chowdary" userId="S::sushma@blumotiv.com::cba14270-cdee-46d9-bdcb-9f11167cbfbd" providerId="AD" clId="Web-{A73D965F-5A40-7112-702B-CA0875BA12AE}" dt="2026-02-06T15:04:31.834" v="33"/>
          <ac:graphicFrameMkLst>
            <pc:docMk/>
            <pc:sldMk cId="3803760811" sldId="259"/>
            <ac:graphicFrameMk id="4" creationId="{D49087C0-A2E1-8AFF-1B85-062D4F98B43D}"/>
          </ac:graphicFrameMkLst>
        </pc:graphicFrameChg>
      </pc:sldChg>
      <pc:sldChg chg="addSp delSp modSp">
        <pc:chgData name="Sushma Chowdary" userId="S::sushma@blumotiv.com::cba14270-cdee-46d9-bdcb-9f11167cbfbd" providerId="AD" clId="Web-{A73D965F-5A40-7112-702B-CA0875BA12AE}" dt="2026-02-06T15:09:30.117" v="87" actId="20577"/>
        <pc:sldMkLst>
          <pc:docMk/>
          <pc:sldMk cId="1467651958" sldId="263"/>
        </pc:sldMkLst>
        <pc:spChg chg="mod">
          <ac:chgData name="Sushma Chowdary" userId="S::sushma@blumotiv.com::cba14270-cdee-46d9-bdcb-9f11167cbfbd" providerId="AD" clId="Web-{A73D965F-5A40-7112-702B-CA0875BA12AE}" dt="2026-02-06T15:09:30.117" v="87" actId="20577"/>
          <ac:spMkLst>
            <pc:docMk/>
            <pc:sldMk cId="1467651958" sldId="263"/>
            <ac:spMk id="3" creationId="{A66E7877-9501-8CA9-DAFC-55DC7CBBA3AF}"/>
          </ac:spMkLst>
        </pc:spChg>
        <pc:graphicFrameChg chg="add del mod">
          <ac:chgData name="Sushma Chowdary" userId="S::sushma@blumotiv.com::cba14270-cdee-46d9-bdcb-9f11167cbfbd" providerId="AD" clId="Web-{A73D965F-5A40-7112-702B-CA0875BA12AE}" dt="2026-02-06T15:07:58.586" v="39"/>
          <ac:graphicFrameMkLst>
            <pc:docMk/>
            <pc:sldMk cId="1467651958" sldId="263"/>
            <ac:graphicFrameMk id="4" creationId="{2AE26BEE-C765-34A4-4A7E-2C88484E3235}"/>
          </ac:graphicFrameMkLst>
        </pc:graphicFrameChg>
        <pc:graphicFrameChg chg="add del mod">
          <ac:chgData name="Sushma Chowdary" userId="S::sushma@blumotiv.com::cba14270-cdee-46d9-bdcb-9f11167cbfbd" providerId="AD" clId="Web-{A73D965F-5A40-7112-702B-CA0875BA12AE}" dt="2026-02-06T15:08:12.102" v="42"/>
          <ac:graphicFrameMkLst>
            <pc:docMk/>
            <pc:sldMk cId="1467651958" sldId="263"/>
            <ac:graphicFrameMk id="5" creationId="{B80311A2-E46E-AAF6-E660-5D0F843759F4}"/>
          </ac:graphicFrameMkLst>
        </pc:graphicFrameChg>
      </pc:sldChg>
    </pc:docChg>
  </pc:docChgLst>
  <pc:docChgLst>
    <pc:chgData name="Sushma Chowdary" userId="S::sushma@blumotiv.com::cba14270-cdee-46d9-bdcb-9f11167cbfbd" providerId="AD" clId="Web-{B42F15E6-87A9-6252-4845-FF81BFDC2D6A}"/>
    <pc:docChg chg="mod addSld modSld addMainMaster delMainMaster">
      <pc:chgData name="Sushma Chowdary" userId="S::sushma@blumotiv.com::cba14270-cdee-46d9-bdcb-9f11167cbfbd" providerId="AD" clId="Web-{B42F15E6-87A9-6252-4845-FF81BFDC2D6A}" dt="2026-02-06T15:24:32.125" v="317" actId="20577"/>
      <pc:docMkLst>
        <pc:docMk/>
      </pc:docMkLst>
      <pc:sldChg chg="modSp mod modClrScheme chgLayout">
        <pc:chgData name="Sushma Chowdary" userId="S::sushma@blumotiv.com::cba14270-cdee-46d9-bdcb-9f11167cbfbd" providerId="AD" clId="Web-{B42F15E6-87A9-6252-4845-FF81BFDC2D6A}" dt="2026-02-06T15:19:56.889" v="253"/>
        <pc:sldMkLst>
          <pc:docMk/>
          <pc:sldMk cId="109857222" sldId="256"/>
        </pc:sldMkLst>
        <pc:spChg chg="mod ord">
          <ac:chgData name="Sushma Chowdary" userId="S::sushma@blumotiv.com::cba14270-cdee-46d9-bdcb-9f11167cbfbd" providerId="AD" clId="Web-{B42F15E6-87A9-6252-4845-FF81BFDC2D6A}" dt="2026-02-06T15:19:56.889" v="253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ushma Chowdary" userId="S::sushma@blumotiv.com::cba14270-cdee-46d9-bdcb-9f11167cbfbd" providerId="AD" clId="Web-{B42F15E6-87A9-6252-4845-FF81BFDC2D6A}" dt="2026-02-06T15:19:56.889" v="253"/>
          <ac:spMkLst>
            <pc:docMk/>
            <pc:sldMk cId="109857222" sldId="256"/>
            <ac:spMk id="3" creationId="{00000000-0000-0000-0000-000000000000}"/>
          </ac:spMkLst>
        </pc:spChg>
      </pc:sldChg>
      <pc:sldChg chg="modSp mod modClrScheme chgLayout">
        <pc:chgData name="Sushma Chowdary" userId="S::sushma@blumotiv.com::cba14270-cdee-46d9-bdcb-9f11167cbfbd" providerId="AD" clId="Web-{B42F15E6-87A9-6252-4845-FF81BFDC2D6A}" dt="2026-02-06T15:19:56.889" v="253"/>
        <pc:sldMkLst>
          <pc:docMk/>
          <pc:sldMk cId="24566316" sldId="257"/>
        </pc:sldMkLst>
        <pc:spChg chg="mod ord">
          <ac:chgData name="Sushma Chowdary" userId="S::sushma@blumotiv.com::cba14270-cdee-46d9-bdcb-9f11167cbfbd" providerId="AD" clId="Web-{B42F15E6-87A9-6252-4845-FF81BFDC2D6A}" dt="2026-02-06T15:19:56.889" v="253"/>
          <ac:spMkLst>
            <pc:docMk/>
            <pc:sldMk cId="24566316" sldId="257"/>
            <ac:spMk id="2" creationId="{EF55F067-2738-273E-D3EC-16B6F4B6ABCA}"/>
          </ac:spMkLst>
        </pc:spChg>
        <pc:spChg chg="mod ord">
          <ac:chgData name="Sushma Chowdary" userId="S::sushma@blumotiv.com::cba14270-cdee-46d9-bdcb-9f11167cbfbd" providerId="AD" clId="Web-{B42F15E6-87A9-6252-4845-FF81BFDC2D6A}" dt="2026-02-06T15:19:56.889" v="253"/>
          <ac:spMkLst>
            <pc:docMk/>
            <pc:sldMk cId="24566316" sldId="257"/>
            <ac:spMk id="3" creationId="{74F38376-22B3-FA48-7871-6452C855D763}"/>
          </ac:spMkLst>
        </pc:spChg>
      </pc:sldChg>
      <pc:sldChg chg="addSp delSp modSp mod modClrScheme chgLayout">
        <pc:chgData name="Sushma Chowdary" userId="S::sushma@blumotiv.com::cba14270-cdee-46d9-bdcb-9f11167cbfbd" providerId="AD" clId="Web-{B42F15E6-87A9-6252-4845-FF81BFDC2D6A}" dt="2026-02-06T15:21:09.749" v="260" actId="1076"/>
        <pc:sldMkLst>
          <pc:docMk/>
          <pc:sldMk cId="266024928" sldId="258"/>
        </pc:sldMkLst>
        <pc:spChg chg="mod ord">
          <ac:chgData name="Sushma Chowdary" userId="S::sushma@blumotiv.com::cba14270-cdee-46d9-bdcb-9f11167cbfbd" providerId="AD" clId="Web-{B42F15E6-87A9-6252-4845-FF81BFDC2D6A}" dt="2026-02-06T15:21:09.749" v="260" actId="1076"/>
          <ac:spMkLst>
            <pc:docMk/>
            <pc:sldMk cId="266024928" sldId="258"/>
            <ac:spMk id="2" creationId="{659BA71D-3AEE-8DE7-50A8-2432079E754A}"/>
          </ac:spMkLst>
        </pc:spChg>
        <pc:spChg chg="del mod">
          <ac:chgData name="Sushma Chowdary" userId="S::sushma@blumotiv.com::cba14270-cdee-46d9-bdcb-9f11167cbfbd" providerId="AD" clId="Web-{B42F15E6-87A9-6252-4845-FF81BFDC2D6A}" dt="2026-02-06T13:46:17.094" v="215"/>
          <ac:spMkLst>
            <pc:docMk/>
            <pc:sldMk cId="266024928" sldId="258"/>
            <ac:spMk id="3" creationId="{C704A3C2-6356-99EB-947F-A41F0B00921E}"/>
          </ac:spMkLst>
        </pc:spChg>
        <pc:graphicFrameChg chg="add mod modGraphic">
          <ac:chgData name="Sushma Chowdary" userId="S::sushma@blumotiv.com::cba14270-cdee-46d9-bdcb-9f11167cbfbd" providerId="AD" clId="Web-{B42F15E6-87A9-6252-4845-FF81BFDC2D6A}" dt="2026-02-06T15:21:05.499" v="259" actId="1076"/>
          <ac:graphicFrameMkLst>
            <pc:docMk/>
            <pc:sldMk cId="266024928" sldId="258"/>
            <ac:graphicFrameMk id="4" creationId="{6E011477-B186-9924-B573-A8F8518B87CC}"/>
          </ac:graphicFrameMkLst>
        </pc:graphicFrameChg>
      </pc:sldChg>
      <pc:sldChg chg="modSp mod modClrScheme chgLayout">
        <pc:chgData name="Sushma Chowdary" userId="S::sushma@blumotiv.com::cba14270-cdee-46d9-bdcb-9f11167cbfbd" providerId="AD" clId="Web-{B42F15E6-87A9-6252-4845-FF81BFDC2D6A}" dt="2026-02-06T15:20:36.889" v="257" actId="1076"/>
        <pc:sldMkLst>
          <pc:docMk/>
          <pc:sldMk cId="3803760811" sldId="259"/>
        </pc:sldMkLst>
        <pc:spChg chg="mod ord">
          <ac:chgData name="Sushma Chowdary" userId="S::sushma@blumotiv.com::cba14270-cdee-46d9-bdcb-9f11167cbfbd" providerId="AD" clId="Web-{B42F15E6-87A9-6252-4845-FF81BFDC2D6A}" dt="2026-02-06T15:20:32.233" v="256" actId="1076"/>
          <ac:spMkLst>
            <pc:docMk/>
            <pc:sldMk cId="3803760811" sldId="259"/>
            <ac:spMk id="2" creationId="{9422E2FF-C60C-7460-2FC4-4DD8FD52F76E}"/>
          </ac:spMkLst>
        </pc:spChg>
        <pc:graphicFrameChg chg="mod ord modGraphic">
          <ac:chgData name="Sushma Chowdary" userId="S::sushma@blumotiv.com::cba14270-cdee-46d9-bdcb-9f11167cbfbd" providerId="AD" clId="Web-{B42F15E6-87A9-6252-4845-FF81BFDC2D6A}" dt="2026-02-06T15:20:36.889" v="257" actId="1076"/>
          <ac:graphicFrameMkLst>
            <pc:docMk/>
            <pc:sldMk cId="3803760811" sldId="259"/>
            <ac:graphicFrameMk id="4" creationId="{D49087C0-A2E1-8AFF-1B85-062D4F98B43D}"/>
          </ac:graphicFrameMkLst>
        </pc:graphicFrameChg>
      </pc:sldChg>
      <pc:sldChg chg="modSp mod modClrScheme chgLayout">
        <pc:chgData name="Sushma Chowdary" userId="S::sushma@blumotiv.com::cba14270-cdee-46d9-bdcb-9f11167cbfbd" providerId="AD" clId="Web-{B42F15E6-87A9-6252-4845-FF81BFDC2D6A}" dt="2026-02-06T15:20:25.889" v="255" actId="1076"/>
        <pc:sldMkLst>
          <pc:docMk/>
          <pc:sldMk cId="2284318357" sldId="260"/>
        </pc:sldMkLst>
        <pc:spChg chg="mod ord">
          <ac:chgData name="Sushma Chowdary" userId="S::sushma@blumotiv.com::cba14270-cdee-46d9-bdcb-9f11167cbfbd" providerId="AD" clId="Web-{B42F15E6-87A9-6252-4845-FF81BFDC2D6A}" dt="2026-02-06T15:20:25.889" v="255" actId="1076"/>
          <ac:spMkLst>
            <pc:docMk/>
            <pc:sldMk cId="2284318357" sldId="260"/>
            <ac:spMk id="2" creationId="{7E65C6B8-2CB3-E2A9-4416-78EF066F7E1D}"/>
          </ac:spMkLst>
        </pc:spChg>
      </pc:sldChg>
      <pc:sldChg chg="addSp delSp modSp mod modClrScheme delDesignElem chgLayout">
        <pc:chgData name="Sushma Chowdary" userId="S::sushma@blumotiv.com::cba14270-cdee-46d9-bdcb-9f11167cbfbd" providerId="AD" clId="Web-{B42F15E6-87A9-6252-4845-FF81BFDC2D6A}" dt="2026-02-06T15:19:56.889" v="253"/>
        <pc:sldMkLst>
          <pc:docMk/>
          <pc:sldMk cId="1519024978" sldId="261"/>
        </pc:sldMkLst>
        <pc:spChg chg="mod ord">
          <ac:chgData name="Sushma Chowdary" userId="S::sushma@blumotiv.com::cba14270-cdee-46d9-bdcb-9f11167cbfbd" providerId="AD" clId="Web-{B42F15E6-87A9-6252-4845-FF81BFDC2D6A}" dt="2026-02-06T15:19:56.889" v="253"/>
          <ac:spMkLst>
            <pc:docMk/>
            <pc:sldMk cId="1519024978" sldId="261"/>
            <ac:spMk id="2" creationId="{50EA6D79-1278-AA68-87DE-675CDFD17F32}"/>
          </ac:spMkLst>
        </pc:spChg>
        <pc:spChg chg="del">
          <ac:chgData name="Sushma Chowdary" userId="S::sushma@blumotiv.com::cba14270-cdee-46d9-bdcb-9f11167cbfbd" providerId="AD" clId="Web-{B42F15E6-87A9-6252-4845-FF81BFDC2D6A}" dt="2026-02-06T15:16:47.402" v="243"/>
          <ac:spMkLst>
            <pc:docMk/>
            <pc:sldMk cId="1519024978" sldId="261"/>
            <ac:spMk id="10" creationId="{53B021B3-DE93-4AB7-8A18-CF5F1CED88B8}"/>
          </ac:spMkLst>
        </pc:spChg>
        <pc:spChg chg="del">
          <ac:chgData name="Sushma Chowdary" userId="S::sushma@blumotiv.com::cba14270-cdee-46d9-bdcb-9f11167cbfbd" providerId="AD" clId="Web-{B42F15E6-87A9-6252-4845-FF81BFDC2D6A}" dt="2026-02-06T15:16:47.402" v="243"/>
          <ac:spMkLst>
            <pc:docMk/>
            <pc:sldMk cId="1519024978" sldId="261"/>
            <ac:spMk id="12" creationId="{52D502E5-F6B4-4D58-B4AE-FC466FF15EE8}"/>
          </ac:spMkLst>
        </pc:spChg>
        <pc:spChg chg="del">
          <ac:chgData name="Sushma Chowdary" userId="S::sushma@blumotiv.com::cba14270-cdee-46d9-bdcb-9f11167cbfbd" providerId="AD" clId="Web-{B42F15E6-87A9-6252-4845-FF81BFDC2D6A}" dt="2026-02-06T15:16:47.402" v="243"/>
          <ac:spMkLst>
            <pc:docMk/>
            <pc:sldMk cId="1519024978" sldId="261"/>
            <ac:spMk id="14" creationId="{9DECDBF4-02B6-4BB4-B65B-B8107AD6A9E8}"/>
          </ac:spMkLst>
        </pc:spChg>
        <pc:spChg chg="add del">
          <ac:chgData name="Sushma Chowdary" userId="S::sushma@blumotiv.com::cba14270-cdee-46d9-bdcb-9f11167cbfbd" providerId="AD" clId="Web-{B42F15E6-87A9-6252-4845-FF81BFDC2D6A}" dt="2026-02-06T15:17:10.996" v="244"/>
          <ac:spMkLst>
            <pc:docMk/>
            <pc:sldMk cId="1519024978" sldId="261"/>
            <ac:spMk id="19" creationId="{53B021B3-DE93-4AB7-8A18-CF5F1CED88B8}"/>
          </ac:spMkLst>
        </pc:spChg>
        <pc:spChg chg="add del">
          <ac:chgData name="Sushma Chowdary" userId="S::sushma@blumotiv.com::cba14270-cdee-46d9-bdcb-9f11167cbfbd" providerId="AD" clId="Web-{B42F15E6-87A9-6252-4845-FF81BFDC2D6A}" dt="2026-02-06T15:17:10.996" v="244"/>
          <ac:spMkLst>
            <pc:docMk/>
            <pc:sldMk cId="1519024978" sldId="261"/>
            <ac:spMk id="21" creationId="{52D502E5-F6B4-4D58-B4AE-FC466FF15EE8}"/>
          </ac:spMkLst>
        </pc:spChg>
        <pc:spChg chg="add del">
          <ac:chgData name="Sushma Chowdary" userId="S::sushma@blumotiv.com::cba14270-cdee-46d9-bdcb-9f11167cbfbd" providerId="AD" clId="Web-{B42F15E6-87A9-6252-4845-FF81BFDC2D6A}" dt="2026-02-06T15:17:10.996" v="244"/>
          <ac:spMkLst>
            <pc:docMk/>
            <pc:sldMk cId="1519024978" sldId="261"/>
            <ac:spMk id="23" creationId="{9DECDBF4-02B6-4BB4-B65B-B8107AD6A9E8}"/>
          </ac:spMkLst>
        </pc:spChg>
        <pc:graphicFrameChg chg="mod ord modGraphic">
          <ac:chgData name="Sushma Chowdary" userId="S::sushma@blumotiv.com::cba14270-cdee-46d9-bdcb-9f11167cbfbd" providerId="AD" clId="Web-{B42F15E6-87A9-6252-4845-FF81BFDC2D6A}" dt="2026-02-06T15:19:56.889" v="253"/>
          <ac:graphicFrameMkLst>
            <pc:docMk/>
            <pc:sldMk cId="1519024978" sldId="261"/>
            <ac:graphicFrameMk id="5" creationId="{76CFC7FF-CE1F-61FC-4FA6-F0A87D1DB717}"/>
          </ac:graphicFrameMkLst>
        </pc:graphicFrameChg>
      </pc:sldChg>
      <pc:sldChg chg="addSp delSp modSp add mod replId modClrScheme delDesignElem chgLayout">
        <pc:chgData name="Sushma Chowdary" userId="S::sushma@blumotiv.com::cba14270-cdee-46d9-bdcb-9f11167cbfbd" providerId="AD" clId="Web-{B42F15E6-87A9-6252-4845-FF81BFDC2D6A}" dt="2026-02-06T15:21:35.077" v="263"/>
        <pc:sldMkLst>
          <pc:docMk/>
          <pc:sldMk cId="3057845051" sldId="262"/>
        </pc:sldMkLst>
        <pc:spChg chg="mod ord">
          <ac:chgData name="Sushma Chowdary" userId="S::sushma@blumotiv.com::cba14270-cdee-46d9-bdcb-9f11167cbfbd" providerId="AD" clId="Web-{B42F15E6-87A9-6252-4845-FF81BFDC2D6A}" dt="2026-02-06T15:19:56.889" v="253"/>
          <ac:spMkLst>
            <pc:docMk/>
            <pc:sldMk cId="3057845051" sldId="262"/>
            <ac:spMk id="2" creationId="{2F606A9B-39AC-3938-9832-9B7F3069257B}"/>
          </ac:spMkLst>
        </pc:spChg>
        <pc:spChg chg="add del mod">
          <ac:chgData name="Sushma Chowdary" userId="S::sushma@blumotiv.com::cba14270-cdee-46d9-bdcb-9f11167cbfbd" providerId="AD" clId="Web-{B42F15E6-87A9-6252-4845-FF81BFDC2D6A}" dt="2026-02-06T12:52:17.763" v="20"/>
          <ac:spMkLst>
            <pc:docMk/>
            <pc:sldMk cId="3057845051" sldId="262"/>
            <ac:spMk id="3" creationId="{B6194282-26E8-737F-4BEA-A145BE3E2A5F}"/>
          </ac:spMkLst>
        </pc:spChg>
        <pc:spChg chg="add mod ord">
          <ac:chgData name="Sushma Chowdary" userId="S::sushma@blumotiv.com::cba14270-cdee-46d9-bdcb-9f11167cbfbd" providerId="AD" clId="Web-{B42F15E6-87A9-6252-4845-FF81BFDC2D6A}" dt="2026-02-06T15:21:23.093" v="261" actId="1076"/>
          <ac:spMkLst>
            <pc:docMk/>
            <pc:sldMk cId="3057845051" sldId="262"/>
            <ac:spMk id="6" creationId="{D7CC6BB9-77A8-53EF-60AF-06735F489B27}"/>
          </ac:spMkLst>
        </pc:spChg>
        <pc:spChg chg="del">
          <ac:chgData name="Sushma Chowdary" userId="S::sushma@blumotiv.com::cba14270-cdee-46d9-bdcb-9f11167cbfbd" providerId="AD" clId="Web-{B42F15E6-87A9-6252-4845-FF81BFDC2D6A}" dt="2026-02-06T15:17:10.996" v="244"/>
          <ac:spMkLst>
            <pc:docMk/>
            <pc:sldMk cId="3057845051" sldId="262"/>
            <ac:spMk id="10" creationId="{3C365800-D79F-DE15-3642-5E39F7FB7963}"/>
          </ac:spMkLst>
        </pc:spChg>
        <pc:spChg chg="del">
          <ac:chgData name="Sushma Chowdary" userId="S::sushma@blumotiv.com::cba14270-cdee-46d9-bdcb-9f11167cbfbd" providerId="AD" clId="Web-{B42F15E6-87A9-6252-4845-FF81BFDC2D6A}" dt="2026-02-06T15:17:10.996" v="244"/>
          <ac:spMkLst>
            <pc:docMk/>
            <pc:sldMk cId="3057845051" sldId="262"/>
            <ac:spMk id="12" creationId="{48D90271-92D2-487C-62B3-E7BC13EB1EB8}"/>
          </ac:spMkLst>
        </pc:spChg>
        <pc:spChg chg="del">
          <ac:chgData name="Sushma Chowdary" userId="S::sushma@blumotiv.com::cba14270-cdee-46d9-bdcb-9f11167cbfbd" providerId="AD" clId="Web-{B42F15E6-87A9-6252-4845-FF81BFDC2D6A}" dt="2026-02-06T15:17:10.996" v="244"/>
          <ac:spMkLst>
            <pc:docMk/>
            <pc:sldMk cId="3057845051" sldId="262"/>
            <ac:spMk id="14" creationId="{53F24C3A-4C27-C7BE-6E14-2F6DFAD9F6CA}"/>
          </ac:spMkLst>
        </pc:spChg>
        <pc:graphicFrameChg chg="mod modGraphic">
          <ac:chgData name="Sushma Chowdary" userId="S::sushma@blumotiv.com::cba14270-cdee-46d9-bdcb-9f11167cbfbd" providerId="AD" clId="Web-{B42F15E6-87A9-6252-4845-FF81BFDC2D6A}" dt="2026-02-06T15:21:35.077" v="263"/>
          <ac:graphicFrameMkLst>
            <pc:docMk/>
            <pc:sldMk cId="3057845051" sldId="262"/>
            <ac:graphicFrameMk id="3" creationId="{17507F32-226D-5989-D1A9-D308742DC18D}"/>
          </ac:graphicFrameMkLst>
        </pc:graphicFrameChg>
        <pc:graphicFrameChg chg="del mod modGraphic">
          <ac:chgData name="Sushma Chowdary" userId="S::sushma@blumotiv.com::cba14270-cdee-46d9-bdcb-9f11167cbfbd" providerId="AD" clId="Web-{B42F15E6-87A9-6252-4845-FF81BFDC2D6A}" dt="2026-02-06T12:51:56.388" v="17"/>
          <ac:graphicFrameMkLst>
            <pc:docMk/>
            <pc:sldMk cId="3057845051" sldId="262"/>
            <ac:graphicFrameMk id="5" creationId="{BD6AF43C-4818-E868-2F7B-A1CA693D180F}"/>
          </ac:graphicFrameMkLst>
        </pc:graphicFrameChg>
      </pc:sldChg>
      <pc:sldChg chg="addSp delSp modSp new mod modClrScheme chgLayout">
        <pc:chgData name="Sushma Chowdary" userId="S::sushma@blumotiv.com::cba14270-cdee-46d9-bdcb-9f11167cbfbd" providerId="AD" clId="Web-{B42F15E6-87A9-6252-4845-FF81BFDC2D6A}" dt="2026-02-06T15:24:32.125" v="317" actId="20577"/>
        <pc:sldMkLst>
          <pc:docMk/>
          <pc:sldMk cId="1467651958" sldId="263"/>
        </pc:sldMkLst>
        <pc:spChg chg="mod ord">
          <ac:chgData name="Sushma Chowdary" userId="S::sushma@blumotiv.com::cba14270-cdee-46d9-bdcb-9f11167cbfbd" providerId="AD" clId="Web-{B42F15E6-87A9-6252-4845-FF81BFDC2D6A}" dt="2026-02-06T15:19:56.889" v="253"/>
          <ac:spMkLst>
            <pc:docMk/>
            <pc:sldMk cId="1467651958" sldId="263"/>
            <ac:spMk id="2" creationId="{8623263C-1C01-5F3E-3FDC-A07CC75A3129}"/>
          </ac:spMkLst>
        </pc:spChg>
        <pc:spChg chg="mod ord">
          <ac:chgData name="Sushma Chowdary" userId="S::sushma@blumotiv.com::cba14270-cdee-46d9-bdcb-9f11167cbfbd" providerId="AD" clId="Web-{B42F15E6-87A9-6252-4845-FF81BFDC2D6A}" dt="2026-02-06T15:24:32.125" v="317" actId="20577"/>
          <ac:spMkLst>
            <pc:docMk/>
            <pc:sldMk cId="1467651958" sldId="263"/>
            <ac:spMk id="3" creationId="{A66E7877-9501-8CA9-DAFC-55DC7CBBA3AF}"/>
          </ac:spMkLst>
        </pc:spChg>
        <pc:spChg chg="add del mod">
          <ac:chgData name="Sushma Chowdary" userId="S::sushma@blumotiv.com::cba14270-cdee-46d9-bdcb-9f11167cbfbd" providerId="AD" clId="Web-{B42F15E6-87A9-6252-4845-FF81BFDC2D6A}" dt="2026-02-06T15:19:02.044" v="247"/>
          <ac:spMkLst>
            <pc:docMk/>
            <pc:sldMk cId="1467651958" sldId="263"/>
            <ac:spMk id="8" creationId="{984CB662-6AD2-E70A-35FE-0F1B9EB8E3AF}"/>
          </ac:spMkLst>
        </pc:spChg>
        <pc:spChg chg="add del mod">
          <ac:chgData name="Sushma Chowdary" userId="S::sushma@blumotiv.com::cba14270-cdee-46d9-bdcb-9f11167cbfbd" providerId="AD" clId="Web-{B42F15E6-87A9-6252-4845-FF81BFDC2D6A}" dt="2026-02-06T15:19:02.044" v="247"/>
          <ac:spMkLst>
            <pc:docMk/>
            <pc:sldMk cId="1467651958" sldId="263"/>
            <ac:spMk id="10" creationId="{B304CC5E-2464-FF8E-CECB-BE07A51C8715}"/>
          </ac:spMkLst>
        </pc:spChg>
        <pc:spChg chg="add del mod">
          <ac:chgData name="Sushma Chowdary" userId="S::sushma@blumotiv.com::cba14270-cdee-46d9-bdcb-9f11167cbfbd" providerId="AD" clId="Web-{B42F15E6-87A9-6252-4845-FF81BFDC2D6A}" dt="2026-02-06T15:19:02.044" v="247"/>
          <ac:spMkLst>
            <pc:docMk/>
            <pc:sldMk cId="1467651958" sldId="263"/>
            <ac:spMk id="12" creationId="{B145108C-81BD-1C6C-B0AD-07CF1B76766D}"/>
          </ac:spMkLst>
        </pc:spChg>
      </pc:sldChg>
      <pc:sldMasterChg chg="del delSldLayout">
        <pc:chgData name="Sushma Chowdary" userId="S::sushma@blumotiv.com::cba14270-cdee-46d9-bdcb-9f11167cbfbd" providerId="AD" clId="Web-{B42F15E6-87A9-6252-4845-FF81BFDC2D6A}" dt="2026-02-06T15:17:10.996" v="244"/>
        <pc:sldMasterMkLst>
          <pc:docMk/>
          <pc:sldMasterMk cId="2460954070" sldId="2147483660"/>
        </pc:sldMasterMkLst>
        <pc:sldLayoutChg chg="del">
          <pc:chgData name="Sushma Chowdary" userId="S::sushma@blumotiv.com::cba14270-cdee-46d9-bdcb-9f11167cbfbd" providerId="AD" clId="Web-{B42F15E6-87A9-6252-4845-FF81BFDC2D6A}" dt="2026-02-06T15:17:10.996" v="244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Sushma Chowdary" userId="S::sushma@blumotiv.com::cba14270-cdee-46d9-bdcb-9f11167cbfbd" providerId="AD" clId="Web-{B42F15E6-87A9-6252-4845-FF81BFDC2D6A}" dt="2026-02-06T15:17:10.996" v="244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Sushma Chowdary" userId="S::sushma@blumotiv.com::cba14270-cdee-46d9-bdcb-9f11167cbfbd" providerId="AD" clId="Web-{B42F15E6-87A9-6252-4845-FF81BFDC2D6A}" dt="2026-02-06T15:17:10.996" v="244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Sushma Chowdary" userId="S::sushma@blumotiv.com::cba14270-cdee-46d9-bdcb-9f11167cbfbd" providerId="AD" clId="Web-{B42F15E6-87A9-6252-4845-FF81BFDC2D6A}" dt="2026-02-06T15:17:10.996" v="244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Sushma Chowdary" userId="S::sushma@blumotiv.com::cba14270-cdee-46d9-bdcb-9f11167cbfbd" providerId="AD" clId="Web-{B42F15E6-87A9-6252-4845-FF81BFDC2D6A}" dt="2026-02-06T15:17:10.996" v="244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Sushma Chowdary" userId="S::sushma@blumotiv.com::cba14270-cdee-46d9-bdcb-9f11167cbfbd" providerId="AD" clId="Web-{B42F15E6-87A9-6252-4845-FF81BFDC2D6A}" dt="2026-02-06T15:17:10.996" v="244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Sushma Chowdary" userId="S::sushma@blumotiv.com::cba14270-cdee-46d9-bdcb-9f11167cbfbd" providerId="AD" clId="Web-{B42F15E6-87A9-6252-4845-FF81BFDC2D6A}" dt="2026-02-06T15:17:10.996" v="244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Sushma Chowdary" userId="S::sushma@blumotiv.com::cba14270-cdee-46d9-bdcb-9f11167cbfbd" providerId="AD" clId="Web-{B42F15E6-87A9-6252-4845-FF81BFDC2D6A}" dt="2026-02-06T15:17:10.996" v="244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Sushma Chowdary" userId="S::sushma@blumotiv.com::cba14270-cdee-46d9-bdcb-9f11167cbfbd" providerId="AD" clId="Web-{B42F15E6-87A9-6252-4845-FF81BFDC2D6A}" dt="2026-02-06T15:17:10.996" v="244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Sushma Chowdary" userId="S::sushma@blumotiv.com::cba14270-cdee-46d9-bdcb-9f11167cbfbd" providerId="AD" clId="Web-{B42F15E6-87A9-6252-4845-FF81BFDC2D6A}" dt="2026-02-06T15:17:10.996" v="244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Sushma Chowdary" userId="S::sushma@blumotiv.com::cba14270-cdee-46d9-bdcb-9f11167cbfbd" providerId="AD" clId="Web-{B42F15E6-87A9-6252-4845-FF81BFDC2D6A}" dt="2026-02-06T15:17:10.996" v="244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Sushma Chowdary" userId="S::sushma@blumotiv.com::cba14270-cdee-46d9-bdcb-9f11167cbfbd" providerId="AD" clId="Web-{B42F15E6-87A9-6252-4845-FF81BFDC2D6A}" dt="2026-02-06T15:17:40.715" v="245"/>
        <pc:sldMasterMkLst>
          <pc:docMk/>
          <pc:sldMasterMk cId="1292279041" sldId="2147483672"/>
        </pc:sldMasterMkLst>
        <pc:sldLayoutChg chg="add del mod replId">
          <pc:chgData name="Sushma Chowdary" userId="S::sushma@blumotiv.com::cba14270-cdee-46d9-bdcb-9f11167cbfbd" providerId="AD" clId="Web-{B42F15E6-87A9-6252-4845-FF81BFDC2D6A}" dt="2026-02-06T15:17:40.715" v="245"/>
          <pc:sldLayoutMkLst>
            <pc:docMk/>
            <pc:sldMasterMk cId="1292279041" sldId="2147483672"/>
            <pc:sldLayoutMk cId="1981143451" sldId="2147483673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7:40.715" v="245"/>
          <pc:sldLayoutMkLst>
            <pc:docMk/>
            <pc:sldMasterMk cId="1292279041" sldId="2147483672"/>
            <pc:sldLayoutMk cId="2271772535" sldId="2147483674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7:40.715" v="245"/>
          <pc:sldLayoutMkLst>
            <pc:docMk/>
            <pc:sldMasterMk cId="1292279041" sldId="2147483672"/>
            <pc:sldLayoutMk cId="627610078" sldId="2147483675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7:40.715" v="245"/>
          <pc:sldLayoutMkLst>
            <pc:docMk/>
            <pc:sldMasterMk cId="1292279041" sldId="2147483672"/>
            <pc:sldLayoutMk cId="1693731044" sldId="2147483676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7:40.715" v="245"/>
          <pc:sldLayoutMkLst>
            <pc:docMk/>
            <pc:sldMasterMk cId="1292279041" sldId="2147483672"/>
            <pc:sldLayoutMk cId="3088239251" sldId="2147483677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7:40.715" v="245"/>
          <pc:sldLayoutMkLst>
            <pc:docMk/>
            <pc:sldMasterMk cId="1292279041" sldId="2147483672"/>
            <pc:sldLayoutMk cId="1840509218" sldId="2147483678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7:40.715" v="245"/>
          <pc:sldLayoutMkLst>
            <pc:docMk/>
            <pc:sldMasterMk cId="1292279041" sldId="2147483672"/>
            <pc:sldLayoutMk cId="1102490467" sldId="2147483679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7:40.715" v="245"/>
          <pc:sldLayoutMkLst>
            <pc:docMk/>
            <pc:sldMasterMk cId="1292279041" sldId="2147483672"/>
            <pc:sldLayoutMk cId="807303531" sldId="2147483680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7:40.715" v="245"/>
          <pc:sldLayoutMkLst>
            <pc:docMk/>
            <pc:sldMasterMk cId="1292279041" sldId="2147483672"/>
            <pc:sldLayoutMk cId="3506744273" sldId="2147483681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7:40.715" v="245"/>
          <pc:sldLayoutMkLst>
            <pc:docMk/>
            <pc:sldMasterMk cId="1292279041" sldId="2147483672"/>
            <pc:sldLayoutMk cId="404887800" sldId="2147483682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7:40.715" v="245"/>
          <pc:sldLayoutMkLst>
            <pc:docMk/>
            <pc:sldMasterMk cId="1292279041" sldId="2147483672"/>
            <pc:sldLayoutMk cId="2168396617" sldId="2147483683"/>
          </pc:sldLayoutMkLst>
        </pc:sldLayoutChg>
      </pc:sldMasterChg>
      <pc:sldMasterChg chg="add del addSldLayout delSldLayout modSldLayout">
        <pc:chgData name="Sushma Chowdary" userId="S::sushma@blumotiv.com::cba14270-cdee-46d9-bdcb-9f11167cbfbd" providerId="AD" clId="Web-{B42F15E6-87A9-6252-4845-FF81BFDC2D6A}" dt="2026-02-06T15:19:17.263" v="248"/>
        <pc:sldMasterMkLst>
          <pc:docMk/>
          <pc:sldMasterMk cId="2134430404" sldId="2147483684"/>
        </pc:sldMasterMkLst>
        <pc:sldLayoutChg chg="add del mod replId">
          <pc:chgData name="Sushma Chowdary" userId="S::sushma@blumotiv.com::cba14270-cdee-46d9-bdcb-9f11167cbfbd" providerId="AD" clId="Web-{B42F15E6-87A9-6252-4845-FF81BFDC2D6A}" dt="2026-02-06T15:19:17.263" v="248"/>
          <pc:sldLayoutMkLst>
            <pc:docMk/>
            <pc:sldMasterMk cId="2134430404" sldId="2147483684"/>
            <pc:sldLayoutMk cId="2797835177" sldId="2147483685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17.263" v="248"/>
          <pc:sldLayoutMkLst>
            <pc:docMk/>
            <pc:sldMasterMk cId="2134430404" sldId="2147483684"/>
            <pc:sldLayoutMk cId="1794904172" sldId="2147483686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17.263" v="248"/>
          <pc:sldLayoutMkLst>
            <pc:docMk/>
            <pc:sldMasterMk cId="2134430404" sldId="2147483684"/>
            <pc:sldLayoutMk cId="2432626654" sldId="2147483687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17.263" v="248"/>
          <pc:sldLayoutMkLst>
            <pc:docMk/>
            <pc:sldMasterMk cId="2134430404" sldId="2147483684"/>
            <pc:sldLayoutMk cId="299774467" sldId="2147483688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17.263" v="248"/>
          <pc:sldLayoutMkLst>
            <pc:docMk/>
            <pc:sldMasterMk cId="2134430404" sldId="2147483684"/>
            <pc:sldLayoutMk cId="3321748154" sldId="2147483689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17.263" v="248"/>
          <pc:sldLayoutMkLst>
            <pc:docMk/>
            <pc:sldMasterMk cId="2134430404" sldId="2147483684"/>
            <pc:sldLayoutMk cId="627061227" sldId="2147483690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17.263" v="248"/>
          <pc:sldLayoutMkLst>
            <pc:docMk/>
            <pc:sldMasterMk cId="2134430404" sldId="2147483684"/>
            <pc:sldLayoutMk cId="2821429636" sldId="2147483691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17.263" v="248"/>
          <pc:sldLayoutMkLst>
            <pc:docMk/>
            <pc:sldMasterMk cId="2134430404" sldId="2147483684"/>
            <pc:sldLayoutMk cId="441713958" sldId="2147483692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17.263" v="248"/>
          <pc:sldLayoutMkLst>
            <pc:docMk/>
            <pc:sldMasterMk cId="2134430404" sldId="2147483684"/>
            <pc:sldLayoutMk cId="3256143108" sldId="2147483693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17.263" v="248"/>
          <pc:sldLayoutMkLst>
            <pc:docMk/>
            <pc:sldMasterMk cId="2134430404" sldId="2147483684"/>
            <pc:sldLayoutMk cId="2641901129" sldId="2147483694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17.263" v="248"/>
          <pc:sldLayoutMkLst>
            <pc:docMk/>
            <pc:sldMasterMk cId="2134430404" sldId="2147483684"/>
            <pc:sldLayoutMk cId="3336172764" sldId="2147483695"/>
          </pc:sldLayoutMkLst>
        </pc:sldLayoutChg>
      </pc:sldMasterChg>
      <pc:sldMasterChg chg="add del addSldLayout delSldLayout modSldLayout">
        <pc:chgData name="Sushma Chowdary" userId="S::sushma@blumotiv.com::cba14270-cdee-46d9-bdcb-9f11167cbfbd" providerId="AD" clId="Web-{B42F15E6-87A9-6252-4845-FF81BFDC2D6A}" dt="2026-02-06T15:19:21.248" v="249"/>
        <pc:sldMasterMkLst>
          <pc:docMk/>
          <pc:sldMasterMk cId="2907691691" sldId="2147483696"/>
        </pc:sldMasterMkLst>
        <pc:sldLayoutChg chg="add del mod replId">
          <pc:chgData name="Sushma Chowdary" userId="S::sushma@blumotiv.com::cba14270-cdee-46d9-bdcb-9f11167cbfbd" providerId="AD" clId="Web-{B42F15E6-87A9-6252-4845-FF81BFDC2D6A}" dt="2026-02-06T15:19:21.248" v="249"/>
          <pc:sldLayoutMkLst>
            <pc:docMk/>
            <pc:sldMasterMk cId="2907691691" sldId="2147483696"/>
            <pc:sldLayoutMk cId="1511892770" sldId="2147483697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1.248" v="249"/>
          <pc:sldLayoutMkLst>
            <pc:docMk/>
            <pc:sldMasterMk cId="2907691691" sldId="2147483696"/>
            <pc:sldLayoutMk cId="1961581609" sldId="2147483698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1.248" v="249"/>
          <pc:sldLayoutMkLst>
            <pc:docMk/>
            <pc:sldMasterMk cId="2907691691" sldId="2147483696"/>
            <pc:sldLayoutMk cId="1127996796" sldId="2147483699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1.248" v="249"/>
          <pc:sldLayoutMkLst>
            <pc:docMk/>
            <pc:sldMasterMk cId="2907691691" sldId="2147483696"/>
            <pc:sldLayoutMk cId="3083146187" sldId="2147483700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1.248" v="249"/>
          <pc:sldLayoutMkLst>
            <pc:docMk/>
            <pc:sldMasterMk cId="2907691691" sldId="2147483696"/>
            <pc:sldLayoutMk cId="3824260142" sldId="2147483701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1.248" v="249"/>
          <pc:sldLayoutMkLst>
            <pc:docMk/>
            <pc:sldMasterMk cId="2907691691" sldId="2147483696"/>
            <pc:sldLayoutMk cId="2660837821" sldId="2147483702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1.248" v="249"/>
          <pc:sldLayoutMkLst>
            <pc:docMk/>
            <pc:sldMasterMk cId="2907691691" sldId="2147483696"/>
            <pc:sldLayoutMk cId="4292635705" sldId="2147483703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1.248" v="249"/>
          <pc:sldLayoutMkLst>
            <pc:docMk/>
            <pc:sldMasterMk cId="2907691691" sldId="2147483696"/>
            <pc:sldLayoutMk cId="1291850827" sldId="2147483704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1.248" v="249"/>
          <pc:sldLayoutMkLst>
            <pc:docMk/>
            <pc:sldMasterMk cId="2907691691" sldId="2147483696"/>
            <pc:sldLayoutMk cId="3059400329" sldId="2147483705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1.248" v="249"/>
          <pc:sldLayoutMkLst>
            <pc:docMk/>
            <pc:sldMasterMk cId="2907691691" sldId="2147483696"/>
            <pc:sldLayoutMk cId="3653081414" sldId="2147483706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1.248" v="249"/>
          <pc:sldLayoutMkLst>
            <pc:docMk/>
            <pc:sldMasterMk cId="2907691691" sldId="2147483696"/>
            <pc:sldLayoutMk cId="285227845" sldId="2147483707"/>
          </pc:sldLayoutMkLst>
        </pc:sldLayoutChg>
      </pc:sldMasterChg>
      <pc:sldMasterChg chg="add del addSldLayout delSldLayout modSldLayout">
        <pc:chgData name="Sushma Chowdary" userId="S::sushma@blumotiv.com::cba14270-cdee-46d9-bdcb-9f11167cbfbd" providerId="AD" clId="Web-{B42F15E6-87A9-6252-4845-FF81BFDC2D6A}" dt="2026-02-06T15:19:27.170" v="250"/>
        <pc:sldMasterMkLst>
          <pc:docMk/>
          <pc:sldMasterMk cId="445944194" sldId="2147483708"/>
        </pc:sldMasterMkLst>
        <pc:sldLayoutChg chg="add del mod replId">
          <pc:chgData name="Sushma Chowdary" userId="S::sushma@blumotiv.com::cba14270-cdee-46d9-bdcb-9f11167cbfbd" providerId="AD" clId="Web-{B42F15E6-87A9-6252-4845-FF81BFDC2D6A}" dt="2026-02-06T15:19:27.170" v="250"/>
          <pc:sldLayoutMkLst>
            <pc:docMk/>
            <pc:sldMasterMk cId="445944194" sldId="2147483708"/>
            <pc:sldLayoutMk cId="2458454827" sldId="2147483709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7.170" v="250"/>
          <pc:sldLayoutMkLst>
            <pc:docMk/>
            <pc:sldMasterMk cId="445944194" sldId="2147483708"/>
            <pc:sldLayoutMk cId="1017720043" sldId="2147483710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7.170" v="250"/>
          <pc:sldLayoutMkLst>
            <pc:docMk/>
            <pc:sldMasterMk cId="445944194" sldId="2147483708"/>
            <pc:sldLayoutMk cId="4195231058" sldId="2147483711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7.170" v="250"/>
          <pc:sldLayoutMkLst>
            <pc:docMk/>
            <pc:sldMasterMk cId="445944194" sldId="2147483708"/>
            <pc:sldLayoutMk cId="3993227384" sldId="2147483712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7.170" v="250"/>
          <pc:sldLayoutMkLst>
            <pc:docMk/>
            <pc:sldMasterMk cId="445944194" sldId="2147483708"/>
            <pc:sldLayoutMk cId="3638081981" sldId="2147483713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7.170" v="250"/>
          <pc:sldLayoutMkLst>
            <pc:docMk/>
            <pc:sldMasterMk cId="445944194" sldId="2147483708"/>
            <pc:sldLayoutMk cId="834539289" sldId="2147483714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7.170" v="250"/>
          <pc:sldLayoutMkLst>
            <pc:docMk/>
            <pc:sldMasterMk cId="445944194" sldId="2147483708"/>
            <pc:sldLayoutMk cId="662608311" sldId="2147483715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7.170" v="250"/>
          <pc:sldLayoutMkLst>
            <pc:docMk/>
            <pc:sldMasterMk cId="445944194" sldId="2147483708"/>
            <pc:sldLayoutMk cId="2051788789" sldId="2147483716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7.170" v="250"/>
          <pc:sldLayoutMkLst>
            <pc:docMk/>
            <pc:sldMasterMk cId="445944194" sldId="2147483708"/>
            <pc:sldLayoutMk cId="3815654857" sldId="2147483717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7.170" v="250"/>
          <pc:sldLayoutMkLst>
            <pc:docMk/>
            <pc:sldMasterMk cId="445944194" sldId="2147483708"/>
            <pc:sldLayoutMk cId="2323048474" sldId="2147483718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27.170" v="250"/>
          <pc:sldLayoutMkLst>
            <pc:docMk/>
            <pc:sldMasterMk cId="445944194" sldId="2147483708"/>
            <pc:sldLayoutMk cId="640175148" sldId="2147483719"/>
          </pc:sldLayoutMkLst>
        </pc:sldLayoutChg>
      </pc:sldMasterChg>
      <pc:sldMasterChg chg="add del addSldLayout delSldLayout modSldLayout">
        <pc:chgData name="Sushma Chowdary" userId="S::sushma@blumotiv.com::cba14270-cdee-46d9-bdcb-9f11167cbfbd" providerId="AD" clId="Web-{B42F15E6-87A9-6252-4845-FF81BFDC2D6A}" dt="2026-02-06T15:19:33.092" v="251"/>
        <pc:sldMasterMkLst>
          <pc:docMk/>
          <pc:sldMasterMk cId="333166980" sldId="2147483720"/>
        </pc:sldMasterMkLst>
        <pc:sldLayoutChg chg="add del mod replId">
          <pc:chgData name="Sushma Chowdary" userId="S::sushma@blumotiv.com::cba14270-cdee-46d9-bdcb-9f11167cbfbd" providerId="AD" clId="Web-{B42F15E6-87A9-6252-4845-FF81BFDC2D6A}" dt="2026-02-06T15:19:33.092" v="251"/>
          <pc:sldLayoutMkLst>
            <pc:docMk/>
            <pc:sldMasterMk cId="333166980" sldId="2147483720"/>
            <pc:sldLayoutMk cId="393162252" sldId="2147483721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3.092" v="251"/>
          <pc:sldLayoutMkLst>
            <pc:docMk/>
            <pc:sldMasterMk cId="333166980" sldId="2147483720"/>
            <pc:sldLayoutMk cId="998078903" sldId="2147483722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3.092" v="251"/>
          <pc:sldLayoutMkLst>
            <pc:docMk/>
            <pc:sldMasterMk cId="333166980" sldId="2147483720"/>
            <pc:sldLayoutMk cId="1588110813" sldId="2147483723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3.092" v="251"/>
          <pc:sldLayoutMkLst>
            <pc:docMk/>
            <pc:sldMasterMk cId="333166980" sldId="2147483720"/>
            <pc:sldLayoutMk cId="780485107" sldId="2147483724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3.092" v="251"/>
          <pc:sldLayoutMkLst>
            <pc:docMk/>
            <pc:sldMasterMk cId="333166980" sldId="2147483720"/>
            <pc:sldLayoutMk cId="438234649" sldId="2147483725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3.092" v="251"/>
          <pc:sldLayoutMkLst>
            <pc:docMk/>
            <pc:sldMasterMk cId="333166980" sldId="2147483720"/>
            <pc:sldLayoutMk cId="3077034292" sldId="2147483726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3.092" v="251"/>
          <pc:sldLayoutMkLst>
            <pc:docMk/>
            <pc:sldMasterMk cId="333166980" sldId="2147483720"/>
            <pc:sldLayoutMk cId="626334808" sldId="2147483727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3.092" v="251"/>
          <pc:sldLayoutMkLst>
            <pc:docMk/>
            <pc:sldMasterMk cId="333166980" sldId="2147483720"/>
            <pc:sldLayoutMk cId="1862219722" sldId="2147483728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3.092" v="251"/>
          <pc:sldLayoutMkLst>
            <pc:docMk/>
            <pc:sldMasterMk cId="333166980" sldId="2147483720"/>
            <pc:sldLayoutMk cId="2707184566" sldId="2147483729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3.092" v="251"/>
          <pc:sldLayoutMkLst>
            <pc:docMk/>
            <pc:sldMasterMk cId="333166980" sldId="2147483720"/>
            <pc:sldLayoutMk cId="67849573" sldId="2147483730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3.092" v="251"/>
          <pc:sldLayoutMkLst>
            <pc:docMk/>
            <pc:sldMasterMk cId="333166980" sldId="2147483720"/>
            <pc:sldLayoutMk cId="1013605220" sldId="2147483731"/>
          </pc:sldLayoutMkLst>
        </pc:sldLayoutChg>
      </pc:sldMasterChg>
      <pc:sldMasterChg chg="add del addSldLayout delSldLayout modSldLayout">
        <pc:chgData name="Sushma Chowdary" userId="S::sushma@blumotiv.com::cba14270-cdee-46d9-bdcb-9f11167cbfbd" providerId="AD" clId="Web-{B42F15E6-87A9-6252-4845-FF81BFDC2D6A}" dt="2026-02-06T15:19:38.420" v="252"/>
        <pc:sldMasterMkLst>
          <pc:docMk/>
          <pc:sldMasterMk cId="1982793589" sldId="2147483732"/>
        </pc:sldMasterMkLst>
        <pc:sldLayoutChg chg="add del mod replId">
          <pc:chgData name="Sushma Chowdary" userId="S::sushma@blumotiv.com::cba14270-cdee-46d9-bdcb-9f11167cbfbd" providerId="AD" clId="Web-{B42F15E6-87A9-6252-4845-FF81BFDC2D6A}" dt="2026-02-06T15:19:38.420" v="252"/>
          <pc:sldLayoutMkLst>
            <pc:docMk/>
            <pc:sldMasterMk cId="1982793589" sldId="2147483732"/>
            <pc:sldLayoutMk cId="2364254353" sldId="2147483733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8.420" v="252"/>
          <pc:sldLayoutMkLst>
            <pc:docMk/>
            <pc:sldMasterMk cId="1982793589" sldId="2147483732"/>
            <pc:sldLayoutMk cId="3021252267" sldId="2147483734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8.420" v="252"/>
          <pc:sldLayoutMkLst>
            <pc:docMk/>
            <pc:sldMasterMk cId="1982793589" sldId="2147483732"/>
            <pc:sldLayoutMk cId="3771063877" sldId="2147483735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8.420" v="252"/>
          <pc:sldLayoutMkLst>
            <pc:docMk/>
            <pc:sldMasterMk cId="1982793589" sldId="2147483732"/>
            <pc:sldLayoutMk cId="3774722535" sldId="2147483736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8.420" v="252"/>
          <pc:sldLayoutMkLst>
            <pc:docMk/>
            <pc:sldMasterMk cId="1982793589" sldId="2147483732"/>
            <pc:sldLayoutMk cId="1800593737" sldId="2147483737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8.420" v="252"/>
          <pc:sldLayoutMkLst>
            <pc:docMk/>
            <pc:sldMasterMk cId="1982793589" sldId="2147483732"/>
            <pc:sldLayoutMk cId="1462536521" sldId="2147483738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8.420" v="252"/>
          <pc:sldLayoutMkLst>
            <pc:docMk/>
            <pc:sldMasterMk cId="1982793589" sldId="2147483732"/>
            <pc:sldLayoutMk cId="2985776818" sldId="2147483739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8.420" v="252"/>
          <pc:sldLayoutMkLst>
            <pc:docMk/>
            <pc:sldMasterMk cId="1982793589" sldId="2147483732"/>
            <pc:sldLayoutMk cId="1760944549" sldId="2147483740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8.420" v="252"/>
          <pc:sldLayoutMkLst>
            <pc:docMk/>
            <pc:sldMasterMk cId="1982793589" sldId="2147483732"/>
            <pc:sldLayoutMk cId="903090769" sldId="2147483741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8.420" v="252"/>
          <pc:sldLayoutMkLst>
            <pc:docMk/>
            <pc:sldMasterMk cId="1982793589" sldId="2147483732"/>
            <pc:sldLayoutMk cId="2920319765" sldId="2147483742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38.420" v="252"/>
          <pc:sldLayoutMkLst>
            <pc:docMk/>
            <pc:sldMasterMk cId="1982793589" sldId="2147483732"/>
            <pc:sldLayoutMk cId="68002757" sldId="2147483743"/>
          </pc:sldLayoutMkLst>
        </pc:sldLayoutChg>
      </pc:sldMasterChg>
      <pc:sldMasterChg chg="add del addSldLayout delSldLayout modSldLayout">
        <pc:chgData name="Sushma Chowdary" userId="S::sushma@blumotiv.com::cba14270-cdee-46d9-bdcb-9f11167cbfbd" providerId="AD" clId="Web-{B42F15E6-87A9-6252-4845-FF81BFDC2D6A}" dt="2026-02-06T15:19:56.889" v="253"/>
        <pc:sldMasterMkLst>
          <pc:docMk/>
          <pc:sldMasterMk cId="3901047971" sldId="2147483744"/>
        </pc:sldMasterMkLst>
        <pc:sldLayoutChg chg="add del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3901047971" sldId="2147483744"/>
            <pc:sldLayoutMk cId="2499528008" sldId="2147483745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3901047971" sldId="2147483744"/>
            <pc:sldLayoutMk cId="705379932" sldId="2147483746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3901047971" sldId="2147483744"/>
            <pc:sldLayoutMk cId="1015868683" sldId="2147483747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3901047971" sldId="2147483744"/>
            <pc:sldLayoutMk cId="3610058923" sldId="2147483748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3901047971" sldId="2147483744"/>
            <pc:sldLayoutMk cId="2740171742" sldId="2147483749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3901047971" sldId="2147483744"/>
            <pc:sldLayoutMk cId="2075399942" sldId="2147483750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3901047971" sldId="2147483744"/>
            <pc:sldLayoutMk cId="3847596842" sldId="2147483751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3901047971" sldId="2147483744"/>
            <pc:sldLayoutMk cId="1259467557" sldId="2147483752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3901047971" sldId="2147483744"/>
            <pc:sldLayoutMk cId="1636626250" sldId="2147483753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3901047971" sldId="2147483744"/>
            <pc:sldLayoutMk cId="2536332004" sldId="2147483754"/>
          </pc:sldLayoutMkLst>
        </pc:sldLayoutChg>
        <pc:sldLayoutChg chg="add del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3901047971" sldId="2147483744"/>
            <pc:sldLayoutMk cId="1904141734" sldId="2147483755"/>
          </pc:sldLayoutMkLst>
        </pc:sldLayoutChg>
      </pc:sldMasterChg>
      <pc:sldMasterChg chg="add addSldLayout modSldLayout">
        <pc:chgData name="Sushma Chowdary" userId="S::sushma@blumotiv.com::cba14270-cdee-46d9-bdcb-9f11167cbfbd" providerId="AD" clId="Web-{B42F15E6-87A9-6252-4845-FF81BFDC2D6A}" dt="2026-02-06T15:19:56.889" v="253"/>
        <pc:sldMasterMkLst>
          <pc:docMk/>
          <pc:sldMasterMk cId="4152597291" sldId="2147483756"/>
        </pc:sldMasterMkLst>
        <pc:sldLayoutChg chg="add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4152597291" sldId="2147483756"/>
            <pc:sldLayoutMk cId="1668410052" sldId="2147483757"/>
          </pc:sldLayoutMkLst>
        </pc:sldLayoutChg>
        <pc:sldLayoutChg chg="add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4152597291" sldId="2147483756"/>
            <pc:sldLayoutMk cId="969628695" sldId="2147483758"/>
          </pc:sldLayoutMkLst>
        </pc:sldLayoutChg>
        <pc:sldLayoutChg chg="add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4152597291" sldId="2147483756"/>
            <pc:sldLayoutMk cId="2817853797" sldId="2147483759"/>
          </pc:sldLayoutMkLst>
        </pc:sldLayoutChg>
        <pc:sldLayoutChg chg="add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4152597291" sldId="2147483756"/>
            <pc:sldLayoutMk cId="974002814" sldId="2147483760"/>
          </pc:sldLayoutMkLst>
        </pc:sldLayoutChg>
        <pc:sldLayoutChg chg="add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4152597291" sldId="2147483756"/>
            <pc:sldLayoutMk cId="2158169853" sldId="2147483761"/>
          </pc:sldLayoutMkLst>
        </pc:sldLayoutChg>
        <pc:sldLayoutChg chg="add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4152597291" sldId="2147483756"/>
            <pc:sldLayoutMk cId="3485406475" sldId="2147483762"/>
          </pc:sldLayoutMkLst>
        </pc:sldLayoutChg>
        <pc:sldLayoutChg chg="add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4152597291" sldId="2147483756"/>
            <pc:sldLayoutMk cId="550835155" sldId="2147483763"/>
          </pc:sldLayoutMkLst>
        </pc:sldLayoutChg>
        <pc:sldLayoutChg chg="add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4152597291" sldId="2147483756"/>
            <pc:sldLayoutMk cId="3391051405" sldId="2147483764"/>
          </pc:sldLayoutMkLst>
        </pc:sldLayoutChg>
        <pc:sldLayoutChg chg="add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4152597291" sldId="2147483756"/>
            <pc:sldLayoutMk cId="1092444938" sldId="2147483765"/>
          </pc:sldLayoutMkLst>
        </pc:sldLayoutChg>
        <pc:sldLayoutChg chg="add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4152597291" sldId="2147483756"/>
            <pc:sldLayoutMk cId="249083954" sldId="2147483766"/>
          </pc:sldLayoutMkLst>
        </pc:sldLayoutChg>
        <pc:sldLayoutChg chg="add mod replId">
          <pc:chgData name="Sushma Chowdary" userId="S::sushma@blumotiv.com::cba14270-cdee-46d9-bdcb-9f11167cbfbd" providerId="AD" clId="Web-{B42F15E6-87A9-6252-4845-FF81BFDC2D6A}" dt="2026-02-06T15:19:56.889" v="253"/>
          <pc:sldLayoutMkLst>
            <pc:docMk/>
            <pc:sldMasterMk cId="4152597291" sldId="2147483756"/>
            <pc:sldLayoutMk cId="3781200882" sldId="2147483767"/>
          </pc:sldLayoutMkLst>
        </pc:sldLayoutChg>
      </pc:sldMasterChg>
    </pc:docChg>
  </pc:docChgLst>
  <pc:docChgLst>
    <pc:chgData name="Sushma Chowdary" userId="S::sushma@blumotiv.com::cba14270-cdee-46d9-bdcb-9f11167cbfbd" providerId="AD" clId="Web-{845677C1-1390-479A-430D-277B2398F885}"/>
    <pc:docChg chg="addSld modSld">
      <pc:chgData name="Sushma Chowdary" userId="S::sushma@blumotiv.com::cba14270-cdee-46d9-bdcb-9f11167cbfbd" providerId="AD" clId="Web-{845677C1-1390-479A-430D-277B2398F885}" dt="2026-02-06T03:49:06.828" v="40" actId="20577"/>
      <pc:docMkLst>
        <pc:docMk/>
      </pc:docMkLst>
      <pc:sldChg chg="addSp delSp modSp new mod setBg">
        <pc:chgData name="Sushma Chowdary" userId="S::sushma@blumotiv.com::cba14270-cdee-46d9-bdcb-9f11167cbfbd" providerId="AD" clId="Web-{845677C1-1390-479A-430D-277B2398F885}" dt="2026-02-06T03:49:06.828" v="40" actId="20577"/>
        <pc:sldMkLst>
          <pc:docMk/>
          <pc:sldMk cId="1519024978" sldId="261"/>
        </pc:sldMkLst>
        <pc:spChg chg="mod">
          <ac:chgData name="Sushma Chowdary" userId="S::sushma@blumotiv.com::cba14270-cdee-46d9-bdcb-9f11167cbfbd" providerId="AD" clId="Web-{845677C1-1390-479A-430D-277B2398F885}" dt="2026-02-06T03:49:06.828" v="40" actId="20577"/>
          <ac:spMkLst>
            <pc:docMk/>
            <pc:sldMk cId="1519024978" sldId="261"/>
            <ac:spMk id="2" creationId="{50EA6D79-1278-AA68-87DE-675CDFD17F32}"/>
          </ac:spMkLst>
        </pc:spChg>
        <pc:spChg chg="del">
          <ac:chgData name="Sushma Chowdary" userId="S::sushma@blumotiv.com::cba14270-cdee-46d9-bdcb-9f11167cbfbd" providerId="AD" clId="Web-{845677C1-1390-479A-430D-277B2398F885}" dt="2026-02-06T03:48:37.750" v="1"/>
          <ac:spMkLst>
            <pc:docMk/>
            <pc:sldMk cId="1519024978" sldId="261"/>
            <ac:spMk id="3" creationId="{66A6038D-1BF0-CF07-ADFA-5D8D8800298E}"/>
          </ac:spMkLst>
        </pc:spChg>
        <pc:spChg chg="add">
          <ac:chgData name="Sushma Chowdary" userId="S::sushma@blumotiv.com::cba14270-cdee-46d9-bdcb-9f11167cbfbd" providerId="AD" clId="Web-{845677C1-1390-479A-430D-277B2398F885}" dt="2026-02-06T03:48:44.734" v="2"/>
          <ac:spMkLst>
            <pc:docMk/>
            <pc:sldMk cId="1519024978" sldId="261"/>
            <ac:spMk id="10" creationId="{53B021B3-DE93-4AB7-8A18-CF5F1CED88B8}"/>
          </ac:spMkLst>
        </pc:spChg>
        <pc:spChg chg="add">
          <ac:chgData name="Sushma Chowdary" userId="S::sushma@blumotiv.com::cba14270-cdee-46d9-bdcb-9f11167cbfbd" providerId="AD" clId="Web-{845677C1-1390-479A-430D-277B2398F885}" dt="2026-02-06T03:48:44.734" v="2"/>
          <ac:spMkLst>
            <pc:docMk/>
            <pc:sldMk cId="1519024978" sldId="261"/>
            <ac:spMk id="12" creationId="{52D502E5-F6B4-4D58-B4AE-FC466FF15EE8}"/>
          </ac:spMkLst>
        </pc:spChg>
        <pc:spChg chg="add">
          <ac:chgData name="Sushma Chowdary" userId="S::sushma@blumotiv.com::cba14270-cdee-46d9-bdcb-9f11167cbfbd" providerId="AD" clId="Web-{845677C1-1390-479A-430D-277B2398F885}" dt="2026-02-06T03:48:44.734" v="2"/>
          <ac:spMkLst>
            <pc:docMk/>
            <pc:sldMk cId="1519024978" sldId="261"/>
            <ac:spMk id="14" creationId="{9DECDBF4-02B6-4BB4-B65B-B8107AD6A9E8}"/>
          </ac:spMkLst>
        </pc:spChg>
        <pc:graphicFrameChg chg="add mod ord modGraphic">
          <ac:chgData name="Sushma Chowdary" userId="S::sushma@blumotiv.com::cba14270-cdee-46d9-bdcb-9f11167cbfbd" providerId="AD" clId="Web-{845677C1-1390-479A-430D-277B2398F885}" dt="2026-02-06T03:49:00.297" v="30"/>
          <ac:graphicFrameMkLst>
            <pc:docMk/>
            <pc:sldMk cId="1519024978" sldId="261"/>
            <ac:graphicFrameMk id="5" creationId="{76CFC7FF-CE1F-61FC-4FA6-F0A87D1DB717}"/>
          </ac:graphicFrameMkLst>
        </pc:graphicFrameChg>
      </pc:sldChg>
    </pc:docChg>
  </pc:docChgLst>
  <pc:docChgLst>
    <pc:chgData name="Pranjal Mishra" userId="50235102-b5f0-432d-a28b-41c4220b11d0" providerId="ADAL" clId="{862E9E7F-5302-490E-9D14-7F5D2B7C57CD}"/>
    <pc:docChg chg="undo custSel modSld">
      <pc:chgData name="Pranjal Mishra" userId="50235102-b5f0-432d-a28b-41c4220b11d0" providerId="ADAL" clId="{862E9E7F-5302-490E-9D14-7F5D2B7C57CD}" dt="2026-02-06T15:16:18.457" v="658" actId="113"/>
      <pc:docMkLst>
        <pc:docMk/>
      </pc:docMkLst>
      <pc:sldChg chg="modSp mod">
        <pc:chgData name="Pranjal Mishra" userId="50235102-b5f0-432d-a28b-41c4220b11d0" providerId="ADAL" clId="{862E9E7F-5302-490E-9D14-7F5D2B7C57CD}" dt="2026-02-06T15:15:37.789" v="642" actId="27636"/>
        <pc:sldMkLst>
          <pc:docMk/>
          <pc:sldMk cId="109857222" sldId="256"/>
        </pc:sldMkLst>
        <pc:spChg chg="mod">
          <ac:chgData name="Pranjal Mishra" userId="50235102-b5f0-432d-a28b-41c4220b11d0" providerId="ADAL" clId="{862E9E7F-5302-490E-9D14-7F5D2B7C57CD}" dt="2026-02-06T15:15:37.789" v="642" actId="27636"/>
          <ac:spMkLst>
            <pc:docMk/>
            <pc:sldMk cId="109857222" sldId="256"/>
            <ac:spMk id="2" creationId="{00000000-0000-0000-0000-000000000000}"/>
          </ac:spMkLst>
        </pc:spChg>
      </pc:sldChg>
      <pc:sldChg chg="modSp mod">
        <pc:chgData name="Pranjal Mishra" userId="50235102-b5f0-432d-a28b-41c4220b11d0" providerId="ADAL" clId="{862E9E7F-5302-490E-9D14-7F5D2B7C57CD}" dt="2026-02-06T15:15:49.394" v="654" actId="113"/>
        <pc:sldMkLst>
          <pc:docMk/>
          <pc:sldMk cId="24566316" sldId="257"/>
        </pc:sldMkLst>
        <pc:spChg chg="mod">
          <ac:chgData name="Pranjal Mishra" userId="50235102-b5f0-432d-a28b-41c4220b11d0" providerId="ADAL" clId="{862E9E7F-5302-490E-9D14-7F5D2B7C57CD}" dt="2026-02-06T15:15:49.394" v="654" actId="113"/>
          <ac:spMkLst>
            <pc:docMk/>
            <pc:sldMk cId="24566316" sldId="257"/>
            <ac:spMk id="2" creationId="{EF55F067-2738-273E-D3EC-16B6F4B6ABCA}"/>
          </ac:spMkLst>
        </pc:spChg>
      </pc:sldChg>
      <pc:sldChg chg="modSp mod">
        <pc:chgData name="Pranjal Mishra" userId="50235102-b5f0-432d-a28b-41c4220b11d0" providerId="ADAL" clId="{862E9E7F-5302-490E-9D14-7F5D2B7C57CD}" dt="2026-02-06T15:16:10.806" v="656" actId="113"/>
        <pc:sldMkLst>
          <pc:docMk/>
          <pc:sldMk cId="266024928" sldId="258"/>
        </pc:sldMkLst>
        <pc:spChg chg="mod">
          <ac:chgData name="Pranjal Mishra" userId="50235102-b5f0-432d-a28b-41c4220b11d0" providerId="ADAL" clId="{862E9E7F-5302-490E-9D14-7F5D2B7C57CD}" dt="2026-02-06T15:16:10.806" v="656" actId="113"/>
          <ac:spMkLst>
            <pc:docMk/>
            <pc:sldMk cId="266024928" sldId="258"/>
            <ac:spMk id="2" creationId="{659BA71D-3AEE-8DE7-50A8-2432079E754A}"/>
          </ac:spMkLst>
        </pc:spChg>
        <pc:graphicFrameChg chg="mod modGraphic">
          <ac:chgData name="Pranjal Mishra" userId="50235102-b5f0-432d-a28b-41c4220b11d0" providerId="ADAL" clId="{862E9E7F-5302-490E-9D14-7F5D2B7C57CD}" dt="2026-02-06T14:49:32.111" v="189" actId="108"/>
          <ac:graphicFrameMkLst>
            <pc:docMk/>
            <pc:sldMk cId="266024928" sldId="258"/>
            <ac:graphicFrameMk id="4" creationId="{6E011477-B186-9924-B573-A8F8518B87CC}"/>
          </ac:graphicFrameMkLst>
        </pc:graphicFrameChg>
      </pc:sldChg>
      <pc:sldChg chg="addSp delSp modSp mod">
        <pc:chgData name="Pranjal Mishra" userId="50235102-b5f0-432d-a28b-41c4220b11d0" providerId="ADAL" clId="{862E9E7F-5302-490E-9D14-7F5D2B7C57CD}" dt="2026-02-06T15:16:13.736" v="657" actId="113"/>
        <pc:sldMkLst>
          <pc:docMk/>
          <pc:sldMk cId="3803760811" sldId="259"/>
        </pc:sldMkLst>
        <pc:spChg chg="mod">
          <ac:chgData name="Pranjal Mishra" userId="50235102-b5f0-432d-a28b-41c4220b11d0" providerId="ADAL" clId="{862E9E7F-5302-490E-9D14-7F5D2B7C57CD}" dt="2026-02-06T15:16:13.736" v="657" actId="113"/>
          <ac:spMkLst>
            <pc:docMk/>
            <pc:sldMk cId="3803760811" sldId="259"/>
            <ac:spMk id="2" creationId="{9422E2FF-C60C-7460-2FC4-4DD8FD52F76E}"/>
          </ac:spMkLst>
        </pc:spChg>
        <pc:spChg chg="del">
          <ac:chgData name="Pranjal Mishra" userId="50235102-b5f0-432d-a28b-41c4220b11d0" providerId="ADAL" clId="{862E9E7F-5302-490E-9D14-7F5D2B7C57CD}" dt="2026-02-06T14:33:26.200" v="0" actId="3680"/>
          <ac:spMkLst>
            <pc:docMk/>
            <pc:sldMk cId="3803760811" sldId="259"/>
            <ac:spMk id="3" creationId="{0DF9A6A2-BD04-5495-C164-E97F997A6DD5}"/>
          </ac:spMkLst>
        </pc:spChg>
        <pc:graphicFrameChg chg="add mod ord modGraphic">
          <ac:chgData name="Pranjal Mishra" userId="50235102-b5f0-432d-a28b-41c4220b11d0" providerId="ADAL" clId="{862E9E7F-5302-490E-9D14-7F5D2B7C57CD}" dt="2026-02-06T14:41:00.064" v="90" actId="20577"/>
          <ac:graphicFrameMkLst>
            <pc:docMk/>
            <pc:sldMk cId="3803760811" sldId="259"/>
            <ac:graphicFrameMk id="4" creationId="{D49087C0-A2E1-8AFF-1B85-062D4F98B43D}"/>
          </ac:graphicFrameMkLst>
        </pc:graphicFrameChg>
      </pc:sldChg>
      <pc:sldChg chg="addSp delSp modSp mod">
        <pc:chgData name="Pranjal Mishra" userId="50235102-b5f0-432d-a28b-41c4220b11d0" providerId="ADAL" clId="{862E9E7F-5302-490E-9D14-7F5D2B7C57CD}" dt="2026-02-06T15:15:11.663" v="640" actId="14734"/>
        <pc:sldMkLst>
          <pc:docMk/>
          <pc:sldMk cId="2284318357" sldId="260"/>
        </pc:sldMkLst>
        <pc:spChg chg="mod">
          <ac:chgData name="Pranjal Mishra" userId="50235102-b5f0-432d-a28b-41c4220b11d0" providerId="ADAL" clId="{862E9E7F-5302-490E-9D14-7F5D2B7C57CD}" dt="2026-02-06T15:05:56" v="363" actId="1076"/>
          <ac:spMkLst>
            <pc:docMk/>
            <pc:sldMk cId="2284318357" sldId="260"/>
            <ac:spMk id="2" creationId="{7E65C6B8-2CB3-E2A9-4416-78EF066F7E1D}"/>
          </ac:spMkLst>
        </pc:spChg>
        <pc:spChg chg="del mod">
          <ac:chgData name="Pranjal Mishra" userId="50235102-b5f0-432d-a28b-41c4220b11d0" providerId="ADAL" clId="{862E9E7F-5302-490E-9D14-7F5D2B7C57CD}" dt="2026-02-06T15:09:32.734" v="404" actId="478"/>
          <ac:spMkLst>
            <pc:docMk/>
            <pc:sldMk cId="2284318357" sldId="260"/>
            <ac:spMk id="3" creationId="{0FD5C639-5D74-490B-C2A3-F7A4B1B623D3}"/>
          </ac:spMkLst>
        </pc:spChg>
        <pc:spChg chg="add del mod">
          <ac:chgData name="Pranjal Mishra" userId="50235102-b5f0-432d-a28b-41c4220b11d0" providerId="ADAL" clId="{862E9E7F-5302-490E-9D14-7F5D2B7C57CD}" dt="2026-02-06T15:09:34.667" v="405" actId="478"/>
          <ac:spMkLst>
            <pc:docMk/>
            <pc:sldMk cId="2284318357" sldId="260"/>
            <ac:spMk id="18" creationId="{D916F0AF-C6E9-460C-F20E-290F79ECFEC6}"/>
          </ac:spMkLst>
        </pc:spChg>
        <pc:grpChg chg="del mod">
          <ac:chgData name="Pranjal Mishra" userId="50235102-b5f0-432d-a28b-41c4220b11d0" providerId="ADAL" clId="{862E9E7F-5302-490E-9D14-7F5D2B7C57CD}" dt="2026-02-06T15:01:33.217" v="266"/>
          <ac:grpSpMkLst>
            <pc:docMk/>
            <pc:sldMk cId="2284318357" sldId="260"/>
            <ac:grpSpMk id="6" creationId="{2448A5CD-78EA-E1B3-332A-DC2BAC72CCEA}"/>
          </ac:grpSpMkLst>
        </pc:grpChg>
        <pc:grpChg chg="del mod">
          <ac:chgData name="Pranjal Mishra" userId="50235102-b5f0-432d-a28b-41c4220b11d0" providerId="ADAL" clId="{862E9E7F-5302-490E-9D14-7F5D2B7C57CD}" dt="2026-02-06T15:01:33.218" v="269"/>
          <ac:grpSpMkLst>
            <pc:docMk/>
            <pc:sldMk cId="2284318357" sldId="260"/>
            <ac:grpSpMk id="9" creationId="{712A8E1A-B72A-BB55-E0F8-4CD4F15CE311}"/>
          </ac:grpSpMkLst>
        </pc:grpChg>
        <pc:grpChg chg="del mod">
          <ac:chgData name="Pranjal Mishra" userId="50235102-b5f0-432d-a28b-41c4220b11d0" providerId="ADAL" clId="{862E9E7F-5302-490E-9D14-7F5D2B7C57CD}" dt="2026-02-06T15:01:33.218" v="271"/>
          <ac:grpSpMkLst>
            <pc:docMk/>
            <pc:sldMk cId="2284318357" sldId="260"/>
            <ac:grpSpMk id="15" creationId="{8FF2EF2D-BEDC-BA73-DDE7-11D0D3C871A0}"/>
          </ac:grpSpMkLst>
        </pc:grpChg>
        <pc:graphicFrameChg chg="add mod modGraphic">
          <ac:chgData name="Pranjal Mishra" userId="50235102-b5f0-432d-a28b-41c4220b11d0" providerId="ADAL" clId="{862E9E7F-5302-490E-9D14-7F5D2B7C57CD}" dt="2026-02-06T15:15:11.663" v="640" actId="14734"/>
          <ac:graphicFrameMkLst>
            <pc:docMk/>
            <pc:sldMk cId="2284318357" sldId="260"/>
            <ac:graphicFrameMk id="16" creationId="{6BF116CC-3B45-6737-9CD0-C1A78313C684}"/>
          </ac:graphicFrameMkLst>
        </pc:graphicFrameChg>
        <pc:inkChg chg="add del mod">
          <ac:chgData name="Pranjal Mishra" userId="50235102-b5f0-432d-a28b-41c4220b11d0" providerId="ADAL" clId="{862E9E7F-5302-490E-9D14-7F5D2B7C57CD}" dt="2026-02-06T15:01:33.217" v="267"/>
          <ac:inkMkLst>
            <pc:docMk/>
            <pc:sldMk cId="2284318357" sldId="260"/>
            <ac:inkMk id="4" creationId="{DDE8C707-C023-30B7-0A2C-AFEF8A309FE9}"/>
          </ac:inkMkLst>
        </pc:inkChg>
        <pc:inkChg chg="add del mod">
          <ac:chgData name="Pranjal Mishra" userId="50235102-b5f0-432d-a28b-41c4220b11d0" providerId="ADAL" clId="{862E9E7F-5302-490E-9D14-7F5D2B7C57CD}" dt="2026-02-06T15:01:33.217" v="266"/>
          <ac:inkMkLst>
            <pc:docMk/>
            <pc:sldMk cId="2284318357" sldId="260"/>
            <ac:inkMk id="5" creationId="{9F0896E8-777E-2D78-6043-DAFCD3952D16}"/>
          </ac:inkMkLst>
        </pc:inkChg>
        <pc:inkChg chg="add del mod">
          <ac:chgData name="Pranjal Mishra" userId="50235102-b5f0-432d-a28b-41c4220b11d0" providerId="ADAL" clId="{862E9E7F-5302-490E-9D14-7F5D2B7C57CD}" dt="2026-02-06T15:01:33.218" v="270"/>
          <ac:inkMkLst>
            <pc:docMk/>
            <pc:sldMk cId="2284318357" sldId="260"/>
            <ac:inkMk id="7" creationId="{F6FEAA8E-753D-2EEF-B95A-6092AF0053F9}"/>
          </ac:inkMkLst>
        </pc:inkChg>
        <pc:inkChg chg="add del mod">
          <ac:chgData name="Pranjal Mishra" userId="50235102-b5f0-432d-a28b-41c4220b11d0" providerId="ADAL" clId="{862E9E7F-5302-490E-9D14-7F5D2B7C57CD}" dt="2026-02-06T15:01:33.218" v="269"/>
          <ac:inkMkLst>
            <pc:docMk/>
            <pc:sldMk cId="2284318357" sldId="260"/>
            <ac:inkMk id="8" creationId="{B0B9FBCB-34BE-997D-1F78-D9446D38E448}"/>
          </ac:inkMkLst>
        </pc:inkChg>
        <pc:inkChg chg="add del mod">
          <ac:chgData name="Pranjal Mishra" userId="50235102-b5f0-432d-a28b-41c4220b11d0" providerId="ADAL" clId="{862E9E7F-5302-490E-9D14-7F5D2B7C57CD}" dt="2026-02-06T15:01:33.214" v="264"/>
          <ac:inkMkLst>
            <pc:docMk/>
            <pc:sldMk cId="2284318357" sldId="260"/>
            <ac:inkMk id="10" creationId="{CBE98DEF-31DC-7B70-2C28-CA72FBE5B625}"/>
          </ac:inkMkLst>
        </pc:inkChg>
        <pc:inkChg chg="add del mod">
          <ac:chgData name="Pranjal Mishra" userId="50235102-b5f0-432d-a28b-41c4220b11d0" providerId="ADAL" clId="{862E9E7F-5302-490E-9D14-7F5D2B7C57CD}" dt="2026-02-06T15:01:33.216" v="265"/>
          <ac:inkMkLst>
            <pc:docMk/>
            <pc:sldMk cId="2284318357" sldId="260"/>
            <ac:inkMk id="11" creationId="{2B4C9FE4-447E-A32F-1B99-CBF7E316EBB6}"/>
          </ac:inkMkLst>
        </pc:inkChg>
        <pc:inkChg chg="add del mod">
          <ac:chgData name="Pranjal Mishra" userId="50235102-b5f0-432d-a28b-41c4220b11d0" providerId="ADAL" clId="{862E9E7F-5302-490E-9D14-7F5D2B7C57CD}" dt="2026-02-06T15:01:33.218" v="271"/>
          <ac:inkMkLst>
            <pc:docMk/>
            <pc:sldMk cId="2284318357" sldId="260"/>
            <ac:inkMk id="12" creationId="{2D2BE2E1-8138-EB6A-ED07-6C1284BC7154}"/>
          </ac:inkMkLst>
        </pc:inkChg>
        <pc:inkChg chg="add del mod">
          <ac:chgData name="Pranjal Mishra" userId="50235102-b5f0-432d-a28b-41c4220b11d0" providerId="ADAL" clId="{862E9E7F-5302-490E-9D14-7F5D2B7C57CD}" dt="2026-02-06T15:01:33.219" v="272"/>
          <ac:inkMkLst>
            <pc:docMk/>
            <pc:sldMk cId="2284318357" sldId="260"/>
            <ac:inkMk id="13" creationId="{0C1CA602-CE46-957D-2797-D198E4A80069}"/>
          </ac:inkMkLst>
        </pc:inkChg>
        <pc:inkChg chg="add del mod">
          <ac:chgData name="Pranjal Mishra" userId="50235102-b5f0-432d-a28b-41c4220b11d0" providerId="ADAL" clId="{862E9E7F-5302-490E-9D14-7F5D2B7C57CD}" dt="2026-02-06T15:01:33.217" v="268"/>
          <ac:inkMkLst>
            <pc:docMk/>
            <pc:sldMk cId="2284318357" sldId="260"/>
            <ac:inkMk id="14" creationId="{2B31EEA5-273C-52D0-9E1E-16E242EEEE13}"/>
          </ac:inkMkLst>
        </pc:inkChg>
      </pc:sldChg>
      <pc:sldChg chg="modSp mod">
        <pc:chgData name="Pranjal Mishra" userId="50235102-b5f0-432d-a28b-41c4220b11d0" providerId="ADAL" clId="{862E9E7F-5302-490E-9D14-7F5D2B7C57CD}" dt="2026-02-06T15:16:07.089" v="655" actId="113"/>
        <pc:sldMkLst>
          <pc:docMk/>
          <pc:sldMk cId="1519024978" sldId="261"/>
        </pc:sldMkLst>
        <pc:spChg chg="mod">
          <ac:chgData name="Pranjal Mishra" userId="50235102-b5f0-432d-a28b-41c4220b11d0" providerId="ADAL" clId="{862E9E7F-5302-490E-9D14-7F5D2B7C57CD}" dt="2026-02-06T15:16:07.089" v="655" actId="113"/>
          <ac:spMkLst>
            <pc:docMk/>
            <pc:sldMk cId="1519024978" sldId="261"/>
            <ac:spMk id="2" creationId="{50EA6D79-1278-AA68-87DE-675CDFD17F32}"/>
          </ac:spMkLst>
        </pc:spChg>
      </pc:sldChg>
      <pc:sldChg chg="addSp modSp mod">
        <pc:chgData name="Pranjal Mishra" userId="50235102-b5f0-432d-a28b-41c4220b11d0" providerId="ADAL" clId="{862E9E7F-5302-490E-9D14-7F5D2B7C57CD}" dt="2026-02-06T14:49:11.622" v="184" actId="1076"/>
        <pc:sldMkLst>
          <pc:docMk/>
          <pc:sldMk cId="3057845051" sldId="262"/>
        </pc:sldMkLst>
        <pc:spChg chg="mod">
          <ac:chgData name="Pranjal Mishra" userId="50235102-b5f0-432d-a28b-41c4220b11d0" providerId="ADAL" clId="{862E9E7F-5302-490E-9D14-7F5D2B7C57CD}" dt="2026-02-06T14:48:04.234" v="174"/>
          <ac:spMkLst>
            <pc:docMk/>
            <pc:sldMk cId="3057845051" sldId="262"/>
            <ac:spMk id="2" creationId="{2F606A9B-39AC-3938-9832-9B7F3069257B}"/>
          </ac:spMkLst>
        </pc:spChg>
        <pc:spChg chg="mod">
          <ac:chgData name="Pranjal Mishra" userId="50235102-b5f0-432d-a28b-41c4220b11d0" providerId="ADAL" clId="{862E9E7F-5302-490E-9D14-7F5D2B7C57CD}" dt="2026-02-06T14:49:00.804" v="182" actId="20577"/>
          <ac:spMkLst>
            <pc:docMk/>
            <pc:sldMk cId="3057845051" sldId="262"/>
            <ac:spMk id="6" creationId="{D7CC6BB9-77A8-53EF-60AF-06735F489B27}"/>
          </ac:spMkLst>
        </pc:spChg>
        <pc:graphicFrameChg chg="add mod modGraphic">
          <ac:chgData name="Pranjal Mishra" userId="50235102-b5f0-432d-a28b-41c4220b11d0" providerId="ADAL" clId="{862E9E7F-5302-490E-9D14-7F5D2B7C57CD}" dt="2026-02-06T14:49:11.622" v="184" actId="1076"/>
          <ac:graphicFrameMkLst>
            <pc:docMk/>
            <pc:sldMk cId="3057845051" sldId="262"/>
            <ac:graphicFrameMk id="3" creationId="{17507F32-226D-5989-D1A9-D308742DC18D}"/>
          </ac:graphicFrameMkLst>
        </pc:graphicFrameChg>
      </pc:sldChg>
      <pc:sldChg chg="modSp mod">
        <pc:chgData name="Pranjal Mishra" userId="50235102-b5f0-432d-a28b-41c4220b11d0" providerId="ADAL" clId="{862E9E7F-5302-490E-9D14-7F5D2B7C57CD}" dt="2026-02-06T15:16:18.457" v="658" actId="113"/>
        <pc:sldMkLst>
          <pc:docMk/>
          <pc:sldMk cId="1467651958" sldId="263"/>
        </pc:sldMkLst>
        <pc:spChg chg="mod">
          <ac:chgData name="Pranjal Mishra" userId="50235102-b5f0-432d-a28b-41c4220b11d0" providerId="ADAL" clId="{862E9E7F-5302-490E-9D14-7F5D2B7C57CD}" dt="2026-02-06T15:16:18.457" v="658" actId="113"/>
          <ac:spMkLst>
            <pc:docMk/>
            <pc:sldMk cId="1467651958" sldId="263"/>
            <ac:spMk id="2" creationId="{8623263C-1C01-5F3E-3FDC-A07CC75A3129}"/>
          </ac:spMkLst>
        </pc:spChg>
        <pc:spChg chg="mod">
          <ac:chgData name="Pranjal Mishra" userId="50235102-b5f0-432d-a28b-41c4220b11d0" providerId="ADAL" clId="{862E9E7F-5302-490E-9D14-7F5D2B7C57CD}" dt="2026-02-06T15:02:12.589" v="317" actId="20577"/>
          <ac:spMkLst>
            <pc:docMk/>
            <pc:sldMk cId="1467651958" sldId="263"/>
            <ac:spMk id="3" creationId="{A66E7877-9501-8CA9-DAFC-55DC7CBBA3AF}"/>
          </ac:spMkLst>
        </pc:spChg>
      </pc:sldChg>
    </pc:docChg>
  </pc:docChgLst>
  <pc:docChgLst>
    <pc:chgData name="Pranjal Mishra" userId="S::pranjal@blumotiv.com::50235102-b5f0-432d-a28b-41c4220b11d0" providerId="AD" clId="Web-{0361846C-9F85-713F-4314-2498C99065F1}"/>
    <pc:docChg chg="addSld delSld modSld">
      <pc:chgData name="Pranjal Mishra" userId="S::pranjal@blumotiv.com::50235102-b5f0-432d-a28b-41c4220b11d0" providerId="AD" clId="Web-{0361846C-9F85-713F-4314-2498C99065F1}" dt="2026-02-05T14:30:30.469" v="141" actId="20577"/>
      <pc:docMkLst>
        <pc:docMk/>
      </pc:docMkLst>
      <pc:sldChg chg="modSp">
        <pc:chgData name="Pranjal Mishra" userId="S::pranjal@blumotiv.com::50235102-b5f0-432d-a28b-41c4220b11d0" providerId="AD" clId="Web-{0361846C-9F85-713F-4314-2498C99065F1}" dt="2026-02-05T14:30:30.469" v="141" actId="20577"/>
        <pc:sldMkLst>
          <pc:docMk/>
          <pc:sldMk cId="109857222" sldId="256"/>
        </pc:sldMkLst>
        <pc:spChg chg="mod">
          <ac:chgData name="Pranjal Mishra" userId="S::pranjal@blumotiv.com::50235102-b5f0-432d-a28b-41c4220b11d0" providerId="AD" clId="Web-{0361846C-9F85-713F-4314-2498C99065F1}" dt="2026-02-05T14:14:58.859" v="76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Pranjal Mishra" userId="S::pranjal@blumotiv.com::50235102-b5f0-432d-a28b-41c4220b11d0" providerId="AD" clId="Web-{0361846C-9F85-713F-4314-2498C99065F1}" dt="2026-02-05T14:30:30.469" v="141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Pranjal Mishra" userId="S::pranjal@blumotiv.com::50235102-b5f0-432d-a28b-41c4220b11d0" providerId="AD" clId="Web-{0361846C-9F85-713F-4314-2498C99065F1}" dt="2026-02-05T14:17:06.125" v="131" actId="20577"/>
        <pc:sldMkLst>
          <pc:docMk/>
          <pc:sldMk cId="24566316" sldId="257"/>
        </pc:sldMkLst>
        <pc:spChg chg="mod">
          <ac:chgData name="Pranjal Mishra" userId="S::pranjal@blumotiv.com::50235102-b5f0-432d-a28b-41c4220b11d0" providerId="AD" clId="Web-{0361846C-9F85-713F-4314-2498C99065F1}" dt="2026-02-05T14:17:06.125" v="131" actId="20577"/>
          <ac:spMkLst>
            <pc:docMk/>
            <pc:sldMk cId="24566316" sldId="257"/>
            <ac:spMk id="3" creationId="{74F38376-22B3-FA48-7871-6452C855D763}"/>
          </ac:spMkLst>
        </pc:spChg>
      </pc:sldChg>
      <pc:sldChg chg="modSp new">
        <pc:chgData name="Pranjal Mishra" userId="S::pranjal@blumotiv.com::50235102-b5f0-432d-a28b-41c4220b11d0" providerId="AD" clId="Web-{0361846C-9F85-713F-4314-2498C99065F1}" dt="2026-02-05T14:15:21.171" v="81" actId="20577"/>
        <pc:sldMkLst>
          <pc:docMk/>
          <pc:sldMk cId="266024928" sldId="258"/>
        </pc:sldMkLst>
        <pc:spChg chg="mod">
          <ac:chgData name="Pranjal Mishra" userId="S::pranjal@blumotiv.com::50235102-b5f0-432d-a28b-41c4220b11d0" providerId="AD" clId="Web-{0361846C-9F85-713F-4314-2498C99065F1}" dt="2026-02-05T14:15:21.171" v="81" actId="20577"/>
          <ac:spMkLst>
            <pc:docMk/>
            <pc:sldMk cId="266024928" sldId="258"/>
            <ac:spMk id="2" creationId="{659BA71D-3AEE-8DE7-50A8-2432079E754A}"/>
          </ac:spMkLst>
        </pc:spChg>
      </pc:sldChg>
      <pc:sldChg chg="modSp new">
        <pc:chgData name="Pranjal Mishra" userId="S::pranjal@blumotiv.com::50235102-b5f0-432d-a28b-41c4220b11d0" providerId="AD" clId="Web-{0361846C-9F85-713F-4314-2498C99065F1}" dt="2026-02-05T14:15:30.265" v="86" actId="20577"/>
        <pc:sldMkLst>
          <pc:docMk/>
          <pc:sldMk cId="3803760811" sldId="259"/>
        </pc:sldMkLst>
        <pc:spChg chg="mod">
          <ac:chgData name="Pranjal Mishra" userId="S::pranjal@blumotiv.com::50235102-b5f0-432d-a28b-41c4220b11d0" providerId="AD" clId="Web-{0361846C-9F85-713F-4314-2498C99065F1}" dt="2026-02-05T14:15:30.265" v="86" actId="20577"/>
          <ac:spMkLst>
            <pc:docMk/>
            <pc:sldMk cId="3803760811" sldId="259"/>
            <ac:spMk id="2" creationId="{9422E2FF-C60C-7460-2FC4-4DD8FD52F76E}"/>
          </ac:spMkLst>
        </pc:spChg>
      </pc:sldChg>
      <pc:sldChg chg="modSp new">
        <pc:chgData name="Pranjal Mishra" userId="S::pranjal@blumotiv.com::50235102-b5f0-432d-a28b-41c4220b11d0" providerId="AD" clId="Web-{0361846C-9F85-713F-4314-2498C99065F1}" dt="2026-02-05T14:16:02.156" v="102" actId="20577"/>
        <pc:sldMkLst>
          <pc:docMk/>
          <pc:sldMk cId="2284318357" sldId="260"/>
        </pc:sldMkLst>
        <pc:spChg chg="mod">
          <ac:chgData name="Pranjal Mishra" userId="S::pranjal@blumotiv.com::50235102-b5f0-432d-a28b-41c4220b11d0" providerId="AD" clId="Web-{0361846C-9F85-713F-4314-2498C99065F1}" dt="2026-02-05T14:16:02.156" v="102" actId="20577"/>
          <ac:spMkLst>
            <pc:docMk/>
            <pc:sldMk cId="2284318357" sldId="260"/>
            <ac:spMk id="2" creationId="{7E65C6B8-2CB3-E2A9-4416-78EF066F7E1D}"/>
          </ac:spMkLst>
        </pc:spChg>
      </pc:sldChg>
      <pc:sldChg chg="new del">
        <pc:chgData name="Pranjal Mishra" userId="S::pranjal@blumotiv.com::50235102-b5f0-432d-a28b-41c4220b11d0" providerId="AD" clId="Web-{0361846C-9F85-713F-4314-2498C99065F1}" dt="2026-02-05T14:18:03.250" v="133"/>
        <pc:sldMkLst>
          <pc:docMk/>
          <pc:sldMk cId="1444863229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70CF7-838D-41F7-9297-B5F83BDCEB13}" type="datetimeFigureOut">
              <a:rPr lang="en-US" dirty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1668410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69DA-BCAC-469D-B81F-5CD529FD1EE6}" type="datetimeFigureOut">
              <a:rPr lang="en-US" dirty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28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B3F2-5297-4D62-BDB7-590764A696AF}" type="datetimeFigureOut">
              <a:rPr lang="en-US" dirty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53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FAC0-A4F5-4A85-98AE-9E6BDD843B92}" type="datetimeFigureOut">
              <a:rPr lang="en-US" dirty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02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58DF-B20E-4829-8712-7D40EB90064E}" type="datetimeFigureOut">
              <a:rPr lang="en-US" dirty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69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52F2A-FD05-43F8-9927-AF9F6AA75EA1}" type="datetimeFigureOut">
              <a:rPr lang="en-US" dirty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06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12728-8AF2-421E-A3EE-3D32DADA7E63}" type="datetimeFigureOut">
              <a:rPr lang="en-US" dirty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35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64D57-1513-4084-818F-075C9D0922CD}" type="datetimeFigureOut">
              <a:rPr lang="en-US" dirty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5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DC6D-53F2-404B-944C-46E1F58C3149}" type="datetimeFigureOut">
              <a:rPr lang="en-US" dirty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44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6330A-4522-49F4-ACCE-A07321703478}" type="datetimeFigureOut">
              <a:rPr lang="en-US" dirty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249083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5DDF-A796-4D56-9973-341789785817}" type="datetimeFigureOut">
              <a:rPr lang="en-US" dirty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781200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3716B609-2A26-46AA-B595-3671F5470576}" type="datetimeFigureOut">
              <a:rPr lang="en-US" dirty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4152597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504">
          <p15:clr>
            <a:srgbClr val="F26B43"/>
          </p15:clr>
        </p15:guide>
        <p15:guide id="3" pos="7176">
          <p15:clr>
            <a:srgbClr val="F26B43"/>
          </p15:clr>
        </p15:guide>
        <p15:guide id="5" orient="horz" pos="1272">
          <p15:clr>
            <a:srgbClr val="F26B43"/>
          </p15:clr>
        </p15:guide>
        <p15:guide id="6" orient="horz" pos="1728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3432">
          <p15:clr>
            <a:srgbClr val="F26B43"/>
          </p15:clr>
        </p15:guide>
        <p15:guide id="9" pos="1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ds.atmosphere.copernicus.eu/datasets/cams-global-reanalysis-eac4?tab=download" TargetMode="External"/><Relationship Id="rId2" Type="http://schemas.openxmlformats.org/officeDocument/2006/relationships/hyperlink" Target="https://power.larc.nasa.gov/data-access-viewer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tgtblumotiv.sharepoint.com/sites/MotivIQ/Shared%20Documents/Pranjal/Document/NASA%20Datase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rial Black" panose="020B0A04020102020204" pitchFamily="34" charset="0"/>
              </a:rPr>
              <a:t>Geo-Intelligent Ambient Conditions Model [GIACM]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 Pranjal and Sushma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F067-2738-273E-D3EC-16B6F4B6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Work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38376-22B3-FA48-7871-6452C855D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Temperature - Pranjal</a:t>
            </a:r>
          </a:p>
          <a:p>
            <a:r>
              <a:rPr lang="en-US" err="1"/>
              <a:t>Sunload</a:t>
            </a:r>
            <a:r>
              <a:rPr lang="en-US"/>
              <a:t> - Sushma</a:t>
            </a:r>
          </a:p>
          <a:p>
            <a:r>
              <a:rPr lang="en-US"/>
              <a:t>Precipitation - Pranjal</a:t>
            </a:r>
          </a:p>
          <a:p>
            <a:r>
              <a:rPr lang="en-US"/>
              <a:t>Wind Speed - Sushma</a:t>
            </a:r>
          </a:p>
          <a:p>
            <a:r>
              <a:rPr lang="en-US"/>
              <a:t>PPM – Pranjal</a:t>
            </a:r>
          </a:p>
        </p:txBody>
      </p:sp>
    </p:spTree>
    <p:extLst>
      <p:ext uri="{BB962C8B-B14F-4D97-AF65-F5344CB8AC3E}">
        <p14:creationId xmlns:p14="http://schemas.microsoft.com/office/powerpoint/2010/main" val="24566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A6D79-1278-AA68-87DE-675CDFD17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b="1"/>
              <a:t>Data points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6CFC7FF-CE1F-61FC-4FA6-F0A87D1DB7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1907326"/>
              </p:ext>
            </p:extLst>
          </p:nvPr>
        </p:nvGraphicFramePr>
        <p:xfrm>
          <a:off x="838200" y="1972363"/>
          <a:ext cx="10515602" cy="42653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94856">
                  <a:extLst>
                    <a:ext uri="{9D8B030D-6E8A-4147-A177-3AD203B41FA5}">
                      <a16:colId xmlns:a16="http://schemas.microsoft.com/office/drawing/2014/main" val="1790396537"/>
                    </a:ext>
                  </a:extLst>
                </a:gridCol>
                <a:gridCol w="3294856">
                  <a:extLst>
                    <a:ext uri="{9D8B030D-6E8A-4147-A177-3AD203B41FA5}">
                      <a16:colId xmlns:a16="http://schemas.microsoft.com/office/drawing/2014/main" val="2952872192"/>
                    </a:ext>
                  </a:extLst>
                </a:gridCol>
                <a:gridCol w="1829885">
                  <a:extLst>
                    <a:ext uri="{9D8B030D-6E8A-4147-A177-3AD203B41FA5}">
                      <a16:colId xmlns:a16="http://schemas.microsoft.com/office/drawing/2014/main" val="2605376778"/>
                    </a:ext>
                  </a:extLst>
                </a:gridCol>
                <a:gridCol w="2096005">
                  <a:extLst>
                    <a:ext uri="{9D8B030D-6E8A-4147-A177-3AD203B41FA5}">
                      <a16:colId xmlns:a16="http://schemas.microsoft.com/office/drawing/2014/main" val="30859374"/>
                    </a:ext>
                  </a:extLst>
                </a:gridCol>
              </a:tblGrid>
              <a:tr h="391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Terrain / Climate Zone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Representative City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Latitude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Longitude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622521"/>
                  </a:ext>
                </a:extLst>
              </a:tr>
              <a:tr h="374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Himalayan (Cold / Alpine)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Leh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34.0° N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77.0° E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237589"/>
                  </a:ext>
                </a:extLst>
              </a:tr>
              <a:tr h="62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Indo-Gangetic Plains (Humid subtropical)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Kanpur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26.5° N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80.5° E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298455"/>
                  </a:ext>
                </a:extLst>
              </a:tr>
              <a:tr h="374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Thar Desert (Hot arid)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Jaisalmer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27.5° N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71.5° E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44574"/>
                  </a:ext>
                </a:extLst>
              </a:tr>
              <a:tr h="62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Deccan Plateau (Semi-arid interior)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Hyderabad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17.5° N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78.5° E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274556"/>
                  </a:ext>
                </a:extLst>
              </a:tr>
              <a:tr h="62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Western Ghats / West Coast (Tropical wet)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Thrissur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10.5° N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76.5° E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231221"/>
                  </a:ext>
                </a:extLst>
              </a:tr>
              <a:tr h="62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North-East Hills (Orographic rainfall zone)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Shillong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25.5° N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91.5° E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217045"/>
                  </a:ext>
                </a:extLst>
              </a:tr>
              <a:tr h="62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Eastern Ghats (East-coast hills / rain-shadow transition)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err="1"/>
                        <a:t>Araku</a:t>
                      </a:r>
                      <a:r>
                        <a:rPr lang="en-US" sz="1600" b="0"/>
                        <a:t> Valley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18.3° N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82.9° E</a:t>
                      </a:r>
                    </a:p>
                  </a:txBody>
                  <a:tcPr marL="83614" marR="83614" marT="41806" marB="41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902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024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AFEF7C-83DC-A721-50D3-9C054BDB0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06A9B-39AC-3938-9832-9B7F30692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/>
              <a:t>Why </a:t>
            </a:r>
            <a:r>
              <a:rPr lang="en-US" b="1" i="1"/>
              <a:t>these</a:t>
            </a:r>
            <a:r>
              <a:rPr lang="en-US" b="1"/>
              <a:t> specific cities/areas?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CC6BB9-77A8-53EF-60AF-06735F489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104" y="1611718"/>
            <a:ext cx="10357666" cy="41148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/>
              <a:t>These are </a:t>
            </a:r>
            <a:r>
              <a:rPr lang="en-US" sz="1800" b="1"/>
              <a:t>canonical locations</a:t>
            </a:r>
            <a:r>
              <a:rPr lang="en-US" sz="1800"/>
              <a:t> used again and again in regional climate work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1800"/>
          </a:p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507F32-226D-5989-D1A9-D308742DC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840473"/>
              </p:ext>
            </p:extLst>
          </p:nvPr>
        </p:nvGraphicFramePr>
        <p:xfrm>
          <a:off x="1036674" y="2144232"/>
          <a:ext cx="10365826" cy="4118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112">
                  <a:extLst>
                    <a:ext uri="{9D8B030D-6E8A-4147-A177-3AD203B41FA5}">
                      <a16:colId xmlns:a16="http://schemas.microsoft.com/office/drawing/2014/main" val="2331026778"/>
                    </a:ext>
                  </a:extLst>
                </a:gridCol>
                <a:gridCol w="7248714">
                  <a:extLst>
                    <a:ext uri="{9D8B030D-6E8A-4147-A177-3AD203B41FA5}">
                      <a16:colId xmlns:a16="http://schemas.microsoft.com/office/drawing/2014/main" val="3606903505"/>
                    </a:ext>
                  </a:extLst>
                </a:gridCol>
              </a:tblGrid>
              <a:tr h="398026">
                <a:tc>
                  <a:txBody>
                    <a:bodyPr/>
                    <a:lstStyle/>
                    <a:p>
                      <a:r>
                        <a:rPr lang="en-US" b="1"/>
                        <a:t>Specific Cities/Areas</a:t>
                      </a:r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Reason</a:t>
                      </a:r>
                      <a:endParaRPr lang="en-IN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853687"/>
                  </a:ext>
                </a:extLst>
              </a:tr>
              <a:tr h="627657">
                <a:tc>
                  <a:txBody>
                    <a:bodyPr/>
                    <a:lstStyle/>
                    <a:p>
                      <a:r>
                        <a:rPr lang="en-US" sz="1600" b="0"/>
                        <a:t>Leh</a:t>
                      </a:r>
                      <a:endParaRPr lang="en-IN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/>
                        <a:t>cold desert + very high altitude + minimal monsoon</a:t>
                      </a:r>
                      <a:br>
                        <a:rPr lang="en-US" sz="1600" b="0"/>
                      </a:br>
                      <a:r>
                        <a:rPr lang="en-US" sz="1600" b="0"/>
                        <a:t>Perfect Himalayan proxy.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535566"/>
                  </a:ext>
                </a:extLst>
              </a:tr>
              <a:tr h="887906">
                <a:tc>
                  <a:txBody>
                    <a:bodyPr/>
                    <a:lstStyle/>
                    <a:p>
                      <a:r>
                        <a:rPr lang="en-US" sz="1600" b="0"/>
                        <a:t>Kanpur</a:t>
                      </a:r>
                      <a:endParaRPr lang="en-IN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/>
                        <a:t>deep inside Indo-Gangetic plains (not near Himalayas, not coastal)</a:t>
                      </a:r>
                      <a:br>
                        <a:rPr lang="en-US" sz="1600" b="0"/>
                      </a:br>
                      <a:r>
                        <a:rPr lang="en-US" sz="1600" b="0"/>
                        <a:t>Clean monsoon–agriculture signal.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437546"/>
                  </a:ext>
                </a:extLst>
              </a:tr>
              <a:tr h="398026">
                <a:tc>
                  <a:txBody>
                    <a:bodyPr/>
                    <a:lstStyle/>
                    <a:p>
                      <a:r>
                        <a:rPr lang="en-US" sz="1600" b="0"/>
                        <a:t>Jaisalmer</a:t>
                      </a:r>
                      <a:endParaRPr lang="en-IN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/>
                        <a:t>core Thar Desert, extreme heat, almost no rainfall.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890291"/>
                  </a:ext>
                </a:extLst>
              </a:tr>
              <a:tr h="398026">
                <a:tc>
                  <a:txBody>
                    <a:bodyPr/>
                    <a:lstStyle/>
                    <a:p>
                      <a:r>
                        <a:rPr lang="en-US" sz="1600" b="0"/>
                        <a:t>Hyderabad</a:t>
                      </a:r>
                      <a:endParaRPr lang="en-IN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/>
                        <a:t>interior Deccan Plateau, rain-shadowed, semi-arid.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034206"/>
                  </a:ext>
                </a:extLst>
              </a:tr>
              <a:tr h="612349">
                <a:tc>
                  <a:txBody>
                    <a:bodyPr/>
                    <a:lstStyle/>
                    <a:p>
                      <a:r>
                        <a:rPr lang="en-US" sz="1600" b="0"/>
                        <a:t>Thrissur</a:t>
                      </a:r>
                      <a:endParaRPr lang="en-IN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/>
                        <a:t>central Western Ghats, among strongest monsoon rainfall on west coast.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390168"/>
                  </a:ext>
                </a:extLst>
              </a:tr>
              <a:tr h="398026">
                <a:tc>
                  <a:txBody>
                    <a:bodyPr/>
                    <a:lstStyle/>
                    <a:p>
                      <a:r>
                        <a:rPr lang="en-US" sz="1600" b="0"/>
                        <a:t>Shillong</a:t>
                      </a:r>
                      <a:endParaRPr lang="en-IN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/>
                        <a:t>NE hill plateau, classic orographic rainfall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218909"/>
                  </a:ext>
                </a:extLst>
              </a:tr>
              <a:tr h="398026">
                <a:tc>
                  <a:txBody>
                    <a:bodyPr/>
                    <a:lstStyle/>
                    <a:p>
                      <a:r>
                        <a:rPr lang="en-US" sz="1600" b="0" err="1"/>
                        <a:t>Araku</a:t>
                      </a:r>
                      <a:r>
                        <a:rPr lang="en-US" sz="1600" b="0"/>
                        <a:t> Valley</a:t>
                      </a:r>
                      <a:endParaRPr lang="en-IN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/>
                        <a:t>Eastern Ghats hill climate + Bay of Bengal influence.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714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84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BA71D-3AEE-8DE7-50A8-2432079E7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549" y="-157642"/>
            <a:ext cx="10515600" cy="1325563"/>
          </a:xfrm>
        </p:spPr>
        <p:txBody>
          <a:bodyPr/>
          <a:lstStyle/>
          <a:p>
            <a:r>
              <a:rPr lang="en-US" b="1"/>
              <a:t>Data Sources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011477-B186-9924-B573-A8F8518B87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899080"/>
              </p:ext>
            </p:extLst>
          </p:nvPr>
        </p:nvGraphicFramePr>
        <p:xfrm>
          <a:off x="629447" y="1448934"/>
          <a:ext cx="10996333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027">
                  <a:extLst>
                    <a:ext uri="{9D8B030D-6E8A-4147-A177-3AD203B41FA5}">
                      <a16:colId xmlns:a16="http://schemas.microsoft.com/office/drawing/2014/main" val="2299703972"/>
                    </a:ext>
                  </a:extLst>
                </a:gridCol>
                <a:gridCol w="2778800">
                  <a:extLst>
                    <a:ext uri="{9D8B030D-6E8A-4147-A177-3AD203B41FA5}">
                      <a16:colId xmlns:a16="http://schemas.microsoft.com/office/drawing/2014/main" val="3626918066"/>
                    </a:ext>
                  </a:extLst>
                </a:gridCol>
                <a:gridCol w="2731253">
                  <a:extLst>
                    <a:ext uri="{9D8B030D-6E8A-4147-A177-3AD203B41FA5}">
                      <a16:colId xmlns:a16="http://schemas.microsoft.com/office/drawing/2014/main" val="1165720535"/>
                    </a:ext>
                  </a:extLst>
                </a:gridCol>
                <a:gridCol w="2731253">
                  <a:extLst>
                    <a:ext uri="{9D8B030D-6E8A-4147-A177-3AD203B41FA5}">
                      <a16:colId xmlns:a16="http://schemas.microsoft.com/office/drawing/2014/main" val="930889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1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NASA POWER DAV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  <a:hlinkClick r:id="rId2"/>
                        </a:rPr>
                        <a:t>NASA POWER | Data Access Viewer (DAV)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407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Wind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NASA POWER DAV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  <a:hlinkClick r:id="rId2"/>
                        </a:rPr>
                        <a:t>NASA POWER | Data Access Viewer (DAV)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253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Sunload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NASA POWER DAV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  <a:hlinkClick r:id="rId2"/>
                        </a:rPr>
                        <a:t>NASA POWER | Data Access Viewer (DAV)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44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Humidity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NASA POWER DAV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  <a:hlinkClick r:id="rId2"/>
                        </a:rPr>
                        <a:t>NASA POWER | Data Access Viewer (DAV)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28941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Atmosphere Data Store</a:t>
                      </a:r>
                    </a:p>
                    <a:p>
                      <a:pPr lvl="0">
                        <a:buNone/>
                      </a:pPr>
                      <a:endParaRPr lang="en-US" sz="1800" kern="1200" noProof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  <a:hlinkClick r:id="rId3"/>
                        </a:rPr>
                        <a:t>CAMS global reanalysis (EAC4)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067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24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E2FF-C60C-7460-2FC4-4DD8FD52F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-379154"/>
            <a:ext cx="10357666" cy="1438450"/>
          </a:xfrm>
        </p:spPr>
        <p:txBody>
          <a:bodyPr/>
          <a:lstStyle/>
          <a:p>
            <a:r>
              <a:rPr lang="en-US" b="1"/>
              <a:t>Typical Models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9087C0-A2E1-8AFF-1B85-062D4F98B4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360406"/>
              </p:ext>
            </p:extLst>
          </p:nvPr>
        </p:nvGraphicFramePr>
        <p:xfrm>
          <a:off x="914364" y="1576277"/>
          <a:ext cx="10358436" cy="440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812">
                  <a:extLst>
                    <a:ext uri="{9D8B030D-6E8A-4147-A177-3AD203B41FA5}">
                      <a16:colId xmlns:a16="http://schemas.microsoft.com/office/drawing/2014/main" val="1684726016"/>
                    </a:ext>
                  </a:extLst>
                </a:gridCol>
                <a:gridCol w="3452812">
                  <a:extLst>
                    <a:ext uri="{9D8B030D-6E8A-4147-A177-3AD203B41FA5}">
                      <a16:colId xmlns:a16="http://schemas.microsoft.com/office/drawing/2014/main" val="1981368078"/>
                    </a:ext>
                  </a:extLst>
                </a:gridCol>
                <a:gridCol w="3452812">
                  <a:extLst>
                    <a:ext uri="{9D8B030D-6E8A-4147-A177-3AD203B41FA5}">
                      <a16:colId xmlns:a16="http://schemas.microsoft.com/office/drawing/2014/main" val="2135325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Parameter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Models to be used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Evidences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17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Temperature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https://www.researchgate.net/publication/288229402_Forecasting_of_monthly_temperature_variations_using_random_forests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145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Sunload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329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Precipitation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XGBoost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https://papers.ssrn.com/sol3/papers.cfm?abstract_id=4778138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378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Wind Speed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774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PPM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XGBoost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https://www.sciencedirect.com/science/article/pii/S0048969725022338?via%3Dihub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676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3760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5C6B8-2CB3-E2A9-4416-78EF066F7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90" y="-389860"/>
            <a:ext cx="10515600" cy="1325563"/>
          </a:xfrm>
        </p:spPr>
        <p:txBody>
          <a:bodyPr/>
          <a:lstStyle/>
          <a:p>
            <a:r>
              <a:rPr lang="en-US" b="1"/>
              <a:t>Model Validation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F116CC-3B45-6737-9CD0-C1A78313C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727326"/>
              </p:ext>
            </p:extLst>
          </p:nvPr>
        </p:nvGraphicFramePr>
        <p:xfrm>
          <a:off x="611124" y="1240874"/>
          <a:ext cx="10969752" cy="528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2860">
                  <a:extLst>
                    <a:ext uri="{9D8B030D-6E8A-4147-A177-3AD203B41FA5}">
                      <a16:colId xmlns:a16="http://schemas.microsoft.com/office/drawing/2014/main" val="305572348"/>
                    </a:ext>
                  </a:extLst>
                </a:gridCol>
                <a:gridCol w="7136892">
                  <a:extLst>
                    <a:ext uri="{9D8B030D-6E8A-4147-A177-3AD203B41FA5}">
                      <a16:colId xmlns:a16="http://schemas.microsoft.com/office/drawing/2014/main" val="3596746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Topic</a:t>
                      </a:r>
                      <a:endParaRPr lang="en-IN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Points</a:t>
                      </a:r>
                      <a:endParaRPr lang="en-IN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46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Historical data: 2015–2025 [</a:t>
                      </a: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  <a:hlinkClick r:id="rId2"/>
                        </a:rPr>
                        <a:t>Click here to view the dataset</a:t>
                      </a: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784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 / Validation / Test Split (Time-Aware)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avoid information leakage and to reflect real-world deployment, we use a chronological (time-series) split: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Training set: ~70%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Validation set: ~15%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set: ~15%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Testing and validation will be done only on </a:t>
                      </a:r>
                      <a:r>
                        <a:rPr lang="en-US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250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Principles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is split by time (not randomly) to preserve temporal dependencies.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test set contains only future data, never seen during training or tuning.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Validation data is used exclusively for: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Hyperparameter Tuning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early stopping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selection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performance is reported only on the 2025 test set, simulating true next-year forecasting.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637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Additional Robustness</a:t>
                      </a:r>
                    </a:p>
                    <a:p>
                      <a:endParaRPr lang="en-IN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 apply rolling / walk-forward validation on the training period to ensure model stability across years.</a:t>
                      </a:r>
                    </a:p>
                    <a:p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model is retrained on </a:t>
                      </a:r>
                      <a:r>
                        <a:rPr lang="en-US" sz="1200" b="0" i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(Train + Validation)</a:t>
                      </a: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before generating 2026 forecasts.</a:t>
                      </a:r>
                    </a:p>
                    <a:p>
                      <a:endParaRPr lang="en-IN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86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Why this matters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Prevents temporal data leakage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Matches operational forecasting conditions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Provides unbiased generalization estimates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 practice in climate, precipitation, and air-quality forecasting literature</a:t>
                      </a:r>
                    </a:p>
                    <a:p>
                      <a:endParaRPr lang="en-IN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951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318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263C-1C01-5F3E-3FDC-A07CC75A3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E7877-9501-8CA9-DAFC-55DC7CBBA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Dashboard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Api call</a:t>
            </a:r>
          </a:p>
          <a:p>
            <a:pPr>
              <a:buFont typeface="Avenir Next LT Pro Light" panose="020B0604020202020204" pitchFamily="34" charset="0"/>
              <a:buChar char="–"/>
            </a:pPr>
            <a:r>
              <a:rPr lang="en-US"/>
              <a:t>Line chart — for time-series data representation</a:t>
            </a:r>
          </a:p>
          <a:p>
            <a:pPr lvl="1">
              <a:buFont typeface="Avenir Next LT Pro Light" panose="020B0604020202020204" pitchFamily="34" charset="0"/>
              <a:buChar char="–"/>
            </a:pPr>
            <a:r>
              <a:rPr lang="en-US">
                <a:ea typeface="+mj-lt"/>
                <a:cs typeface="+mj-lt"/>
              </a:rPr>
              <a:t>Purpose:</a:t>
            </a:r>
            <a:br>
              <a:rPr lang="en-US">
                <a:ea typeface="+mj-lt"/>
                <a:cs typeface="+mj-lt"/>
              </a:rPr>
            </a:br>
            <a:r>
              <a:rPr lang="en-US">
                <a:ea typeface="+mj-lt"/>
                <a:cs typeface="+mj-lt"/>
              </a:rPr>
              <a:t> Show how data speed change over time (historical + forecast).</a:t>
            </a:r>
            <a:endParaRPr lang="en-US"/>
          </a:p>
          <a:p>
            <a:pPr>
              <a:buFont typeface="Avenir Next LT Pro Light" panose="020B0604020202020204" pitchFamily="34" charset="0"/>
              <a:buChar char="–"/>
            </a:pPr>
            <a:r>
              <a:rPr lang="en-US"/>
              <a:t>Range meter — for prediction on user-specified date</a:t>
            </a:r>
          </a:p>
          <a:p>
            <a:pPr lvl="1">
              <a:buFont typeface="Avenir Next LT Pro Light" panose="020B0604020202020204" pitchFamily="34" charset="0"/>
              <a:buChar char="–"/>
            </a:pPr>
            <a:r>
              <a:rPr lang="en-US">
                <a:ea typeface="+mj-lt"/>
                <a:cs typeface="+mj-lt"/>
              </a:rPr>
              <a:t>Purpose:</a:t>
            </a:r>
            <a:br>
              <a:rPr lang="en-US">
                <a:ea typeface="+mj-lt"/>
                <a:cs typeface="+mj-lt"/>
              </a:rPr>
            </a:br>
            <a:r>
              <a:rPr lang="en-US">
                <a:ea typeface="+mj-lt"/>
                <a:cs typeface="+mj-lt"/>
              </a:rPr>
              <a:t> Show expected range for a single selected date or hour.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pPr marL="457200" lvl="1">
              <a:buFont typeface="Courier New" panose="020B0604020202020204" pitchFamily="34" charset="0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51958"/>
      </p:ext>
    </p:extLst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VeniceBeachVTI">
      <a:dk1>
        <a:sysClr val="windowText" lastClr="000000"/>
      </a:dk1>
      <a:lt1>
        <a:sysClr val="window" lastClr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VeniceBeachVTI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VeniceBeac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54706E44-6516-4822-8F8F-6BA182D64AC9}" vid="{F71BAAD1-41E5-4D56-97E1-12A04B86E57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BEBA88D-0B43-4890-AF4B-808AFCC87262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C2789E935286419AEF426F4D07659C" ma:contentTypeVersion="3" ma:contentTypeDescription="Create a new document." ma:contentTypeScope="" ma:versionID="cabfa6d292c8026d3d3e968730049fbe">
  <xsd:schema xmlns:xsd="http://www.w3.org/2001/XMLSchema" xmlns:xs="http://www.w3.org/2001/XMLSchema" xmlns:p="http://schemas.microsoft.com/office/2006/metadata/properties" xmlns:ns2="20da38e5-e998-46fe-a717-91095d3fd7bb" targetNamespace="http://schemas.microsoft.com/office/2006/metadata/properties" ma:root="true" ma:fieldsID="3424c0961524d21c48a9c4af8d72f2b1" ns2:_="">
    <xsd:import namespace="20da38e5-e998-46fe-a717-91095d3fd7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da38e5-e998-46fe-a717-91095d3fd7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576C0E-703C-4EEA-85E0-31173BC51DD8}">
  <ds:schemaRefs>
    <ds:schemaRef ds:uri="20da38e5-e998-46fe-a717-91095d3fd7b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EB97C6F-C7B1-45C8-B0CB-4270428BE6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8889A9-C073-41A6-A028-D49FCC7B50CD}">
  <ds:schemaRefs>
    <ds:schemaRef ds:uri="20da38e5-e998-46fe-a717-91095d3fd7b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VeniceBeachVTI</vt:lpstr>
      <vt:lpstr>Geo-Intelligent Ambient Conditions Model [GIACM]</vt:lpstr>
      <vt:lpstr>Work Split</vt:lpstr>
      <vt:lpstr>Data points</vt:lpstr>
      <vt:lpstr>Why these specific cities/areas?</vt:lpstr>
      <vt:lpstr>Data Sources</vt:lpstr>
      <vt:lpstr>Typical Models</vt:lpstr>
      <vt:lpstr>Model Validation</vt:lpstr>
      <vt:lpstr>Visualizations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2026-02-05T14:09:46Z</dcterms:created>
  <dcterms:modified xsi:type="dcterms:W3CDTF">2026-02-06T15:25:08Z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0x01010026C2789E935286419AEF426F4D07659C</vt:lpwstr>
  </property>
</Properties>
</file>